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Figtree" panose="020B0604020202020204" charset="0"/>
      <p:regular r:id="rId13"/>
      <p:bold r:id="rId14"/>
      <p:italic r:id="rId15"/>
      <p:boldItalic r:id="rId16"/>
    </p:embeddedFont>
    <p:embeddedFont>
      <p:font typeface="Geologica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1"/>
      </p:cViewPr>
      <p:guideLst>
        <p:guide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5be81bb2f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5be81bb2f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64f90973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e64f90973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64f90973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64f90973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5ba293d2b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5ba293d2bf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785b256a77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785b256a77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64f90973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e64f90973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64f909734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64f909734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64f90973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e64f90973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5ba293d2b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5ba293d2b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7575" y="697779"/>
            <a:ext cx="4370400" cy="203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000" b="1">
                <a:latin typeface="Geologica"/>
                <a:ea typeface="Geologica"/>
                <a:cs typeface="Geologica"/>
                <a:sym typeface="Geologic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7575" y="2885604"/>
            <a:ext cx="2956800" cy="6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6156221" y="-789135"/>
            <a:ext cx="1327383" cy="1327383"/>
          </a:xfrm>
          <a:custGeom>
            <a:avLst/>
            <a:gdLst/>
            <a:ahLst/>
            <a:cxnLst/>
            <a:rect l="l" t="t" r="r" b="b"/>
            <a:pathLst>
              <a:path w="25019" h="25019" extrusionOk="0">
                <a:moveTo>
                  <a:pt x="12509" y="1"/>
                </a:moveTo>
                <a:cubicBezTo>
                  <a:pt x="5604" y="1"/>
                  <a:pt x="0" y="5605"/>
                  <a:pt x="0" y="12510"/>
                </a:cubicBezTo>
                <a:cubicBezTo>
                  <a:pt x="0" y="19415"/>
                  <a:pt x="5604" y="25019"/>
                  <a:pt x="12509" y="25019"/>
                </a:cubicBezTo>
                <a:cubicBezTo>
                  <a:pt x="19414" y="25019"/>
                  <a:pt x="25018" y="19415"/>
                  <a:pt x="25018" y="12510"/>
                </a:cubicBezTo>
                <a:cubicBezTo>
                  <a:pt x="25018" y="5605"/>
                  <a:pt x="19414" y="1"/>
                  <a:pt x="125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947400" y="2281025"/>
            <a:ext cx="5148900" cy="7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947400" y="1143800"/>
            <a:ext cx="1428300" cy="12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947400" y="3161150"/>
            <a:ext cx="5148900" cy="4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4"/>
          <p:cNvGrpSpPr/>
          <p:nvPr/>
        </p:nvGrpSpPr>
        <p:grpSpPr>
          <a:xfrm>
            <a:off x="8" y="-12861"/>
            <a:ext cx="9144525" cy="5162486"/>
            <a:chOff x="8" y="-12861"/>
            <a:chExt cx="9144525" cy="5162486"/>
          </a:xfrm>
        </p:grpSpPr>
        <p:grpSp>
          <p:nvGrpSpPr>
            <p:cNvPr id="18" name="Google Shape;18;p4"/>
            <p:cNvGrpSpPr/>
            <p:nvPr/>
          </p:nvGrpSpPr>
          <p:grpSpPr>
            <a:xfrm>
              <a:off x="8" y="3229822"/>
              <a:ext cx="467980" cy="1913667"/>
              <a:chOff x="8" y="3229822"/>
              <a:chExt cx="467980" cy="1913667"/>
            </a:xfrm>
          </p:grpSpPr>
          <p:sp>
            <p:nvSpPr>
              <p:cNvPr id="19" name="Google Shape;19;p4"/>
              <p:cNvSpPr/>
              <p:nvPr/>
            </p:nvSpPr>
            <p:spPr>
              <a:xfrm rot="5400000" flipH="1">
                <a:off x="-233973" y="4441528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4"/>
              <p:cNvSpPr/>
              <p:nvPr/>
            </p:nvSpPr>
            <p:spPr>
              <a:xfrm rot="5400000" flipH="1">
                <a:off x="-233973" y="3463803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4"/>
            <p:cNvGrpSpPr/>
            <p:nvPr/>
          </p:nvGrpSpPr>
          <p:grpSpPr>
            <a:xfrm>
              <a:off x="8607193" y="-12861"/>
              <a:ext cx="537339" cy="5162486"/>
              <a:chOff x="8607193" y="-12861"/>
              <a:chExt cx="537339" cy="5162486"/>
            </a:xfrm>
          </p:grpSpPr>
          <p:sp>
            <p:nvSpPr>
              <p:cNvPr id="22" name="Google Shape;22;p4"/>
              <p:cNvSpPr/>
              <p:nvPr/>
            </p:nvSpPr>
            <p:spPr>
              <a:xfrm rot="-5400000">
                <a:off x="7112080" y="3117723"/>
                <a:ext cx="3527022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 rot="-5400000">
                <a:off x="7990680" y="2209841"/>
                <a:ext cx="1770923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" name="Google Shape;24;p4"/>
              <p:cNvGrpSpPr/>
              <p:nvPr/>
            </p:nvGrpSpPr>
            <p:grpSpPr>
              <a:xfrm rot="5400000">
                <a:off x="8070452" y="523880"/>
                <a:ext cx="1610260" cy="536778"/>
                <a:chOff x="7483000" y="549635"/>
                <a:chExt cx="1673693" cy="557924"/>
              </a:xfrm>
            </p:grpSpPr>
            <p:sp>
              <p:nvSpPr>
                <p:cNvPr id="25" name="Google Shape;25;p4"/>
                <p:cNvSpPr/>
                <p:nvPr/>
              </p:nvSpPr>
              <p:spPr>
                <a:xfrm rot="10800000" flipH="1">
                  <a:off x="8598832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8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4"/>
                <p:cNvSpPr/>
                <p:nvPr/>
              </p:nvSpPr>
              <p:spPr>
                <a:xfrm rot="10800000" flipH="1">
                  <a:off x="8040916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4"/>
                <p:cNvSpPr/>
                <p:nvPr/>
              </p:nvSpPr>
              <p:spPr>
                <a:xfrm rot="10800000" flipH="1">
                  <a:off x="7483000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17575" y="1006574"/>
            <a:ext cx="7708800" cy="7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-1496" y="-6028"/>
            <a:ext cx="9152952" cy="5181020"/>
            <a:chOff x="-1496" y="-6028"/>
            <a:chExt cx="9152952" cy="5181020"/>
          </a:xfrm>
        </p:grpSpPr>
        <p:sp>
          <p:nvSpPr>
            <p:cNvPr id="32" name="Google Shape;32;p5"/>
            <p:cNvSpPr/>
            <p:nvPr/>
          </p:nvSpPr>
          <p:spPr>
            <a:xfrm>
              <a:off x="8158299" y="4181874"/>
              <a:ext cx="993156" cy="993119"/>
            </a:xfrm>
            <a:custGeom>
              <a:avLst/>
              <a:gdLst/>
              <a:ahLst/>
              <a:cxnLst/>
              <a:rect l="l" t="t" r="r" b="b"/>
              <a:pathLst>
                <a:path w="15012" h="15012" extrusionOk="0">
                  <a:moveTo>
                    <a:pt x="15011" y="1"/>
                  </a:moveTo>
                  <a:cubicBezTo>
                    <a:pt x="6739" y="1"/>
                    <a:pt x="0" y="6706"/>
                    <a:pt x="0" y="15012"/>
                  </a:cubicBezTo>
                  <a:lnTo>
                    <a:pt x="15011" y="15012"/>
                  </a:lnTo>
                  <a:lnTo>
                    <a:pt x="15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5"/>
            <p:cNvGrpSpPr/>
            <p:nvPr/>
          </p:nvGrpSpPr>
          <p:grpSpPr>
            <a:xfrm>
              <a:off x="-1496" y="-6028"/>
              <a:ext cx="538908" cy="5159028"/>
              <a:chOff x="-1496" y="-6028"/>
              <a:chExt cx="538908" cy="5159028"/>
            </a:xfrm>
          </p:grpSpPr>
          <p:sp>
            <p:nvSpPr>
              <p:cNvPr id="34" name="Google Shape;34;p5"/>
              <p:cNvSpPr/>
              <p:nvPr/>
            </p:nvSpPr>
            <p:spPr>
              <a:xfrm rot="5400000" flipH="1">
                <a:off x="-2309368" y="2306282"/>
                <a:ext cx="5156654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5"/>
              <p:cNvSpPr/>
              <p:nvPr/>
            </p:nvSpPr>
            <p:spPr>
              <a:xfrm rot="5400000" flipH="1">
                <a:off x="-814072" y="808062"/>
                <a:ext cx="216496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5"/>
              <p:cNvSpPr/>
              <p:nvPr/>
            </p:nvSpPr>
            <p:spPr>
              <a:xfrm rot="10800000">
                <a:off x="-1496" y="-5881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5"/>
              <p:cNvSpPr/>
              <p:nvPr/>
            </p:nvSpPr>
            <p:spPr>
              <a:xfrm rot="10800000">
                <a:off x="-1496" y="5348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5"/>
              <p:cNvSpPr/>
              <p:nvPr/>
            </p:nvSpPr>
            <p:spPr>
              <a:xfrm rot="10800000">
                <a:off x="517" y="107561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5"/>
              <p:cNvSpPr/>
              <p:nvPr/>
            </p:nvSpPr>
            <p:spPr>
              <a:xfrm rot="10800000">
                <a:off x="517" y="16163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0" name="Google Shape;40;p5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1138099" y="1556650"/>
            <a:ext cx="34254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2"/>
          </p:nvPr>
        </p:nvSpPr>
        <p:spPr>
          <a:xfrm>
            <a:off x="4885301" y="1556650"/>
            <a:ext cx="34254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45" name="Google Shape;45;p6"/>
          <p:cNvGrpSpPr/>
          <p:nvPr/>
        </p:nvGrpSpPr>
        <p:grpSpPr>
          <a:xfrm>
            <a:off x="8" y="-12861"/>
            <a:ext cx="9144525" cy="5162486"/>
            <a:chOff x="8" y="-12861"/>
            <a:chExt cx="9144525" cy="5162486"/>
          </a:xfrm>
        </p:grpSpPr>
        <p:grpSp>
          <p:nvGrpSpPr>
            <p:cNvPr id="46" name="Google Shape;46;p6"/>
            <p:cNvGrpSpPr/>
            <p:nvPr/>
          </p:nvGrpSpPr>
          <p:grpSpPr>
            <a:xfrm>
              <a:off x="8" y="3229822"/>
              <a:ext cx="467980" cy="1913667"/>
              <a:chOff x="8" y="3229822"/>
              <a:chExt cx="467980" cy="1913667"/>
            </a:xfrm>
          </p:grpSpPr>
          <p:sp>
            <p:nvSpPr>
              <p:cNvPr id="47" name="Google Shape;47;p6"/>
              <p:cNvSpPr/>
              <p:nvPr/>
            </p:nvSpPr>
            <p:spPr>
              <a:xfrm rot="5400000" flipH="1">
                <a:off x="-233973" y="4441528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6"/>
              <p:cNvSpPr/>
              <p:nvPr/>
            </p:nvSpPr>
            <p:spPr>
              <a:xfrm rot="5400000" flipH="1">
                <a:off x="-233973" y="3463803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6"/>
            <p:cNvGrpSpPr/>
            <p:nvPr/>
          </p:nvGrpSpPr>
          <p:grpSpPr>
            <a:xfrm>
              <a:off x="8607193" y="-12861"/>
              <a:ext cx="537339" cy="5162486"/>
              <a:chOff x="8607193" y="-12861"/>
              <a:chExt cx="537339" cy="5162486"/>
            </a:xfrm>
          </p:grpSpPr>
          <p:sp>
            <p:nvSpPr>
              <p:cNvPr id="50" name="Google Shape;50;p6"/>
              <p:cNvSpPr/>
              <p:nvPr/>
            </p:nvSpPr>
            <p:spPr>
              <a:xfrm rot="-5400000">
                <a:off x="7112080" y="3117723"/>
                <a:ext cx="3527022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6"/>
              <p:cNvSpPr/>
              <p:nvPr/>
            </p:nvSpPr>
            <p:spPr>
              <a:xfrm rot="-5400000">
                <a:off x="7990680" y="2209841"/>
                <a:ext cx="1770923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" name="Google Shape;52;p6"/>
              <p:cNvGrpSpPr/>
              <p:nvPr/>
            </p:nvGrpSpPr>
            <p:grpSpPr>
              <a:xfrm rot="5400000">
                <a:off x="8070452" y="523880"/>
                <a:ext cx="1610260" cy="536778"/>
                <a:chOff x="7483000" y="549635"/>
                <a:chExt cx="1673693" cy="557924"/>
              </a:xfrm>
            </p:grpSpPr>
            <p:sp>
              <p:nvSpPr>
                <p:cNvPr id="53" name="Google Shape;53;p6"/>
                <p:cNvSpPr/>
                <p:nvPr/>
              </p:nvSpPr>
              <p:spPr>
                <a:xfrm rot="10800000" flipH="1">
                  <a:off x="8598832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8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6"/>
                <p:cNvSpPr/>
                <p:nvPr/>
              </p:nvSpPr>
              <p:spPr>
                <a:xfrm rot="10800000" flipH="1">
                  <a:off x="8040916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6"/>
                <p:cNvSpPr/>
                <p:nvPr/>
              </p:nvSpPr>
              <p:spPr>
                <a:xfrm rot="10800000" flipH="1">
                  <a:off x="7483000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-15475" y="-33213"/>
            <a:ext cx="9159450" cy="5176720"/>
            <a:chOff x="-15475" y="-33213"/>
            <a:chExt cx="9159450" cy="5176720"/>
          </a:xfrm>
        </p:grpSpPr>
        <p:sp>
          <p:nvSpPr>
            <p:cNvPr id="58" name="Google Shape;58;p7"/>
            <p:cNvSpPr/>
            <p:nvPr/>
          </p:nvSpPr>
          <p:spPr>
            <a:xfrm rot="10800000" flipH="1">
              <a:off x="-15475" y="-33213"/>
              <a:ext cx="1168950" cy="1169138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59;p7"/>
            <p:cNvGrpSpPr/>
            <p:nvPr/>
          </p:nvGrpSpPr>
          <p:grpSpPr>
            <a:xfrm>
              <a:off x="25" y="4598332"/>
              <a:ext cx="9143951" cy="545175"/>
              <a:chOff x="25" y="4598332"/>
              <a:chExt cx="9143951" cy="545175"/>
            </a:xfrm>
          </p:grpSpPr>
          <p:sp>
            <p:nvSpPr>
              <p:cNvPr id="60" name="Google Shape;60;p7"/>
              <p:cNvSpPr/>
              <p:nvPr/>
            </p:nvSpPr>
            <p:spPr>
              <a:xfrm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7"/>
              <p:cNvSpPr/>
              <p:nvPr/>
            </p:nvSpPr>
            <p:spPr>
              <a:xfrm>
                <a:off x="5880925" y="4605425"/>
                <a:ext cx="3263016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7"/>
              <p:cNvSpPr/>
              <p:nvPr/>
            </p:nvSpPr>
            <p:spPr>
              <a:xfrm rot="-5400000" flipH="1">
                <a:off x="8328156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7"/>
              <p:cNvSpPr/>
              <p:nvPr/>
            </p:nvSpPr>
            <p:spPr>
              <a:xfrm rot="-5400000" flipH="1">
                <a:off x="72405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7"/>
              <p:cNvSpPr/>
              <p:nvPr/>
            </p:nvSpPr>
            <p:spPr>
              <a:xfrm rot="-5400000" flipH="1">
                <a:off x="61528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5" name="Google Shape;65;p7"/>
          <p:cNvSpPr txBox="1">
            <a:spLocks noGrp="1"/>
          </p:cNvSpPr>
          <p:nvPr>
            <p:ph type="body" idx="1"/>
          </p:nvPr>
        </p:nvSpPr>
        <p:spPr>
          <a:xfrm>
            <a:off x="1061725" y="1767775"/>
            <a:ext cx="4125900" cy="22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061735" y="978425"/>
            <a:ext cx="4125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>
            <a:spLocks noGrp="1"/>
          </p:cNvSpPr>
          <p:nvPr>
            <p:ph type="pic" idx="2"/>
          </p:nvPr>
        </p:nvSpPr>
        <p:spPr>
          <a:xfrm>
            <a:off x="5876000" y="0"/>
            <a:ext cx="3267900" cy="4606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3700525" y="1406275"/>
            <a:ext cx="4725900" cy="171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0" name="Google Shape;70;p8"/>
          <p:cNvSpPr/>
          <p:nvPr/>
        </p:nvSpPr>
        <p:spPr>
          <a:xfrm flipH="1">
            <a:off x="1660441" y="-789135"/>
            <a:ext cx="1327383" cy="1327383"/>
          </a:xfrm>
          <a:custGeom>
            <a:avLst/>
            <a:gdLst/>
            <a:ahLst/>
            <a:cxnLst/>
            <a:rect l="l" t="t" r="r" b="b"/>
            <a:pathLst>
              <a:path w="25019" h="25019" extrusionOk="0">
                <a:moveTo>
                  <a:pt x="12509" y="1"/>
                </a:moveTo>
                <a:cubicBezTo>
                  <a:pt x="5604" y="1"/>
                  <a:pt x="0" y="5605"/>
                  <a:pt x="0" y="12510"/>
                </a:cubicBezTo>
                <a:cubicBezTo>
                  <a:pt x="0" y="19415"/>
                  <a:pt x="5604" y="25019"/>
                  <a:pt x="12509" y="25019"/>
                </a:cubicBezTo>
                <a:cubicBezTo>
                  <a:pt x="19414" y="25019"/>
                  <a:pt x="25018" y="19415"/>
                  <a:pt x="25018" y="12510"/>
                </a:cubicBezTo>
                <a:cubicBezTo>
                  <a:pt x="25018" y="5605"/>
                  <a:pt x="19414" y="1"/>
                  <a:pt x="125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3036100" y="1975483"/>
            <a:ext cx="4739100" cy="11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3036100" y="3259375"/>
            <a:ext cx="4739100" cy="8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>
            <a:spLocks noGrp="1"/>
          </p:cNvSpPr>
          <p:nvPr>
            <p:ph type="pic" idx="2"/>
          </p:nvPr>
        </p:nvSpPr>
        <p:spPr>
          <a:xfrm>
            <a:off x="-13300" y="-39825"/>
            <a:ext cx="9157200" cy="51834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2346300" y="924125"/>
            <a:ext cx="4451400" cy="1228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>
                <a:latin typeface="Geologica"/>
                <a:ea typeface="Geologica"/>
                <a:cs typeface="Geologica"/>
                <a:sym typeface="Geologica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 hasCustomPrompt="1"/>
          </p:nvPr>
        </p:nvSpPr>
        <p:spPr>
          <a:xfrm>
            <a:off x="3241750" y="1465624"/>
            <a:ext cx="5175900" cy="123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3241750" y="2638649"/>
            <a:ext cx="51759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13"/>
          <p:cNvGrpSpPr/>
          <p:nvPr/>
        </p:nvGrpSpPr>
        <p:grpSpPr>
          <a:xfrm>
            <a:off x="-15475" y="-33213"/>
            <a:ext cx="9159450" cy="5176720"/>
            <a:chOff x="-15475" y="-33213"/>
            <a:chExt cx="9159450" cy="5176720"/>
          </a:xfrm>
        </p:grpSpPr>
        <p:sp>
          <p:nvSpPr>
            <p:cNvPr id="83" name="Google Shape;83;p13"/>
            <p:cNvSpPr/>
            <p:nvPr/>
          </p:nvSpPr>
          <p:spPr>
            <a:xfrm rot="10800000" flipH="1">
              <a:off x="-15475" y="-33213"/>
              <a:ext cx="1168950" cy="1169138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13"/>
            <p:cNvGrpSpPr/>
            <p:nvPr/>
          </p:nvGrpSpPr>
          <p:grpSpPr>
            <a:xfrm>
              <a:off x="25" y="4598332"/>
              <a:ext cx="9143951" cy="545175"/>
              <a:chOff x="25" y="4598332"/>
              <a:chExt cx="9143951" cy="545175"/>
            </a:xfrm>
          </p:grpSpPr>
          <p:sp>
            <p:nvSpPr>
              <p:cNvPr id="85" name="Google Shape;85;p13"/>
              <p:cNvSpPr/>
              <p:nvPr/>
            </p:nvSpPr>
            <p:spPr>
              <a:xfrm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5880925" y="4605425"/>
                <a:ext cx="3263016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 rot="-5400000" flipH="1">
                <a:off x="8328156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 rot="-5400000" flipH="1">
                <a:off x="72405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 rot="-5400000" flipH="1">
                <a:off x="61528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" hasCustomPrompt="1"/>
          </p:nvPr>
        </p:nvSpPr>
        <p:spPr>
          <a:xfrm>
            <a:off x="4585315" y="3331216"/>
            <a:ext cx="7635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5346266" y="3286567"/>
            <a:ext cx="30621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3"/>
          </p:nvPr>
        </p:nvSpPr>
        <p:spPr>
          <a:xfrm>
            <a:off x="5346265" y="3861009"/>
            <a:ext cx="24399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4" hasCustomPrompt="1"/>
          </p:nvPr>
        </p:nvSpPr>
        <p:spPr>
          <a:xfrm>
            <a:off x="735634" y="1120719"/>
            <a:ext cx="7635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5"/>
          </p:nvPr>
        </p:nvSpPr>
        <p:spPr>
          <a:xfrm>
            <a:off x="1498988" y="1076071"/>
            <a:ext cx="30621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6"/>
          </p:nvPr>
        </p:nvSpPr>
        <p:spPr>
          <a:xfrm>
            <a:off x="1498989" y="1654173"/>
            <a:ext cx="24432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7" hasCustomPrompt="1"/>
          </p:nvPr>
        </p:nvSpPr>
        <p:spPr>
          <a:xfrm>
            <a:off x="4585315" y="1120719"/>
            <a:ext cx="7635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8"/>
          </p:nvPr>
        </p:nvSpPr>
        <p:spPr>
          <a:xfrm>
            <a:off x="5346266" y="1076071"/>
            <a:ext cx="30621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9"/>
          </p:nvPr>
        </p:nvSpPr>
        <p:spPr>
          <a:xfrm>
            <a:off x="5346265" y="1654173"/>
            <a:ext cx="2439900" cy="4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3" hasCustomPrompt="1"/>
          </p:nvPr>
        </p:nvSpPr>
        <p:spPr>
          <a:xfrm>
            <a:off x="735634" y="3331216"/>
            <a:ext cx="7635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4"/>
          </p:nvPr>
        </p:nvSpPr>
        <p:spPr>
          <a:xfrm>
            <a:off x="1498988" y="3286567"/>
            <a:ext cx="30621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5"/>
          </p:nvPr>
        </p:nvSpPr>
        <p:spPr>
          <a:xfrm>
            <a:off x="1498989" y="3860843"/>
            <a:ext cx="24432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6" hasCustomPrompt="1"/>
          </p:nvPr>
        </p:nvSpPr>
        <p:spPr>
          <a:xfrm>
            <a:off x="735634" y="2225968"/>
            <a:ext cx="7635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7"/>
          </p:nvPr>
        </p:nvSpPr>
        <p:spPr>
          <a:xfrm>
            <a:off x="1498988" y="2181319"/>
            <a:ext cx="30621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8"/>
          </p:nvPr>
        </p:nvSpPr>
        <p:spPr>
          <a:xfrm>
            <a:off x="1498989" y="2753900"/>
            <a:ext cx="24432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9" hasCustomPrompt="1"/>
          </p:nvPr>
        </p:nvSpPr>
        <p:spPr>
          <a:xfrm>
            <a:off x="4585315" y="2225968"/>
            <a:ext cx="7635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20"/>
          </p:nvPr>
        </p:nvSpPr>
        <p:spPr>
          <a:xfrm>
            <a:off x="5346266" y="2181319"/>
            <a:ext cx="3062100" cy="5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1"/>
          </p:nvPr>
        </p:nvSpPr>
        <p:spPr>
          <a:xfrm>
            <a:off x="5346264" y="2761542"/>
            <a:ext cx="24399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4"/>
          <p:cNvGrpSpPr/>
          <p:nvPr/>
        </p:nvGrpSpPr>
        <p:grpSpPr>
          <a:xfrm>
            <a:off x="8" y="-12861"/>
            <a:ext cx="9144525" cy="5162486"/>
            <a:chOff x="8" y="-12861"/>
            <a:chExt cx="9144525" cy="5162486"/>
          </a:xfrm>
        </p:grpSpPr>
        <p:grpSp>
          <p:nvGrpSpPr>
            <p:cNvPr id="111" name="Google Shape;111;p14"/>
            <p:cNvGrpSpPr/>
            <p:nvPr/>
          </p:nvGrpSpPr>
          <p:grpSpPr>
            <a:xfrm>
              <a:off x="8" y="3229822"/>
              <a:ext cx="467980" cy="1913667"/>
              <a:chOff x="8" y="3229822"/>
              <a:chExt cx="467980" cy="1913667"/>
            </a:xfrm>
          </p:grpSpPr>
          <p:sp>
            <p:nvSpPr>
              <p:cNvPr id="112" name="Google Shape;112;p14"/>
              <p:cNvSpPr/>
              <p:nvPr/>
            </p:nvSpPr>
            <p:spPr>
              <a:xfrm rot="5400000" flipH="1">
                <a:off x="-233973" y="4441528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4"/>
              <p:cNvSpPr/>
              <p:nvPr/>
            </p:nvSpPr>
            <p:spPr>
              <a:xfrm rot="5400000" flipH="1">
                <a:off x="-233973" y="3463803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14"/>
            <p:cNvGrpSpPr/>
            <p:nvPr/>
          </p:nvGrpSpPr>
          <p:grpSpPr>
            <a:xfrm>
              <a:off x="8607193" y="-12861"/>
              <a:ext cx="537339" cy="5162486"/>
              <a:chOff x="8607193" y="-12861"/>
              <a:chExt cx="537339" cy="5162486"/>
            </a:xfrm>
          </p:grpSpPr>
          <p:sp>
            <p:nvSpPr>
              <p:cNvPr id="115" name="Google Shape;115;p14"/>
              <p:cNvSpPr/>
              <p:nvPr/>
            </p:nvSpPr>
            <p:spPr>
              <a:xfrm rot="-5400000">
                <a:off x="7112080" y="3117723"/>
                <a:ext cx="3527022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 rot="-5400000">
                <a:off x="7990680" y="2209841"/>
                <a:ext cx="1770923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" name="Google Shape;117;p14"/>
              <p:cNvGrpSpPr/>
              <p:nvPr/>
            </p:nvGrpSpPr>
            <p:grpSpPr>
              <a:xfrm rot="5400000">
                <a:off x="8070452" y="523880"/>
                <a:ext cx="1610260" cy="536778"/>
                <a:chOff x="7483000" y="549635"/>
                <a:chExt cx="1673693" cy="557924"/>
              </a:xfrm>
            </p:grpSpPr>
            <p:sp>
              <p:nvSpPr>
                <p:cNvPr id="118" name="Google Shape;118;p14"/>
                <p:cNvSpPr/>
                <p:nvPr/>
              </p:nvSpPr>
              <p:spPr>
                <a:xfrm rot="10800000" flipH="1">
                  <a:off x="8598832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8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14"/>
                <p:cNvSpPr/>
                <p:nvPr/>
              </p:nvSpPr>
              <p:spPr>
                <a:xfrm rot="10800000" flipH="1">
                  <a:off x="8040916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14"/>
                <p:cNvSpPr/>
                <p:nvPr/>
              </p:nvSpPr>
              <p:spPr>
                <a:xfrm rot="10800000" flipH="1">
                  <a:off x="7483000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ubTitle" idx="1"/>
          </p:nvPr>
        </p:nvSpPr>
        <p:spPr>
          <a:xfrm>
            <a:off x="1470603" y="2528897"/>
            <a:ext cx="27390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4"/>
          <p:cNvSpPr txBox="1">
            <a:spLocks noGrp="1"/>
          </p:cNvSpPr>
          <p:nvPr>
            <p:ph type="subTitle" idx="2"/>
          </p:nvPr>
        </p:nvSpPr>
        <p:spPr>
          <a:xfrm>
            <a:off x="1470613" y="2931131"/>
            <a:ext cx="2739000" cy="10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4"/>
          <p:cNvSpPr txBox="1">
            <a:spLocks noGrp="1"/>
          </p:cNvSpPr>
          <p:nvPr>
            <p:ph type="subTitle" idx="3"/>
          </p:nvPr>
        </p:nvSpPr>
        <p:spPr>
          <a:xfrm>
            <a:off x="4934397" y="2528897"/>
            <a:ext cx="27390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subTitle" idx="4"/>
          </p:nvPr>
        </p:nvSpPr>
        <p:spPr>
          <a:xfrm>
            <a:off x="4934396" y="2931131"/>
            <a:ext cx="2739000" cy="10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15"/>
          <p:cNvGrpSpPr/>
          <p:nvPr/>
        </p:nvGrpSpPr>
        <p:grpSpPr>
          <a:xfrm>
            <a:off x="-595" y="-7259"/>
            <a:ext cx="9149449" cy="5150766"/>
            <a:chOff x="-595" y="-7259"/>
            <a:chExt cx="9149449" cy="5150766"/>
          </a:xfrm>
        </p:grpSpPr>
        <p:sp>
          <p:nvSpPr>
            <p:cNvPr id="128" name="Google Shape;128;p15"/>
            <p:cNvSpPr/>
            <p:nvPr/>
          </p:nvSpPr>
          <p:spPr>
            <a:xfrm rot="5400000">
              <a:off x="8332870" y="264687"/>
              <a:ext cx="1087929" cy="544038"/>
            </a:xfrm>
            <a:custGeom>
              <a:avLst/>
              <a:gdLst/>
              <a:ahLst/>
              <a:cxnLst/>
              <a:rect l="l" t="t" r="r" b="b"/>
              <a:pathLst>
                <a:path w="50037" h="25019" extrusionOk="0">
                  <a:moveTo>
                    <a:pt x="1" y="1"/>
                  </a:moveTo>
                  <a:cubicBezTo>
                    <a:pt x="1" y="13811"/>
                    <a:pt x="11209" y="25019"/>
                    <a:pt x="25019" y="25019"/>
                  </a:cubicBezTo>
                  <a:cubicBezTo>
                    <a:pt x="38862" y="25019"/>
                    <a:pt x="50036" y="13811"/>
                    <a:pt x="50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" name="Google Shape;129;p15"/>
            <p:cNvGrpSpPr/>
            <p:nvPr/>
          </p:nvGrpSpPr>
          <p:grpSpPr>
            <a:xfrm>
              <a:off x="-595" y="4605425"/>
              <a:ext cx="9144570" cy="538082"/>
              <a:chOff x="-595" y="4605425"/>
              <a:chExt cx="9144570" cy="538082"/>
            </a:xfrm>
          </p:grpSpPr>
          <p:sp>
            <p:nvSpPr>
              <p:cNvPr id="130" name="Google Shape;130;p15"/>
              <p:cNvSpPr/>
              <p:nvPr/>
            </p:nvSpPr>
            <p:spPr>
              <a:xfrm flipH="1"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 flipH="1">
                <a:off x="171" y="4605425"/>
                <a:ext cx="3211979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2" name="Google Shape;132;p15"/>
              <p:cNvGrpSpPr/>
              <p:nvPr/>
            </p:nvGrpSpPr>
            <p:grpSpPr>
              <a:xfrm>
                <a:off x="-595" y="4607622"/>
                <a:ext cx="3213798" cy="535860"/>
                <a:chOff x="-4315" y="4602218"/>
                <a:chExt cx="3264065" cy="544241"/>
              </a:xfrm>
            </p:grpSpPr>
            <p:grpSp>
              <p:nvGrpSpPr>
                <p:cNvPr id="133" name="Google Shape;133;p15"/>
                <p:cNvGrpSpPr/>
                <p:nvPr/>
              </p:nvGrpSpPr>
              <p:grpSpPr>
                <a:xfrm rot="5400000">
                  <a:off x="268601" y="4329568"/>
                  <a:ext cx="543976" cy="1089808"/>
                  <a:chOff x="8612832" y="4060948"/>
                  <a:chExt cx="543976" cy="1089808"/>
                </a:xfrm>
              </p:grpSpPr>
              <p:sp>
                <p:nvSpPr>
                  <p:cNvPr id="134" name="Google Shape;134;p15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15"/>
                  <p:cNvSpPr/>
                  <p:nvPr/>
                </p:nvSpPr>
                <p:spPr>
                  <a:xfrm rot="-5400000">
                    <a:off x="8612832" y="4606780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6" name="Google Shape;136;p15"/>
                <p:cNvGrpSpPr/>
                <p:nvPr/>
              </p:nvGrpSpPr>
              <p:grpSpPr>
                <a:xfrm rot="5400000">
                  <a:off x="1355878" y="4330512"/>
                  <a:ext cx="543976" cy="1087918"/>
                  <a:chOff x="8612832" y="4060948"/>
                  <a:chExt cx="543976" cy="1087918"/>
                </a:xfrm>
              </p:grpSpPr>
              <p:sp>
                <p:nvSpPr>
                  <p:cNvPr id="137" name="Google Shape;137;p15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8" name="Google Shape;138;p15"/>
                  <p:cNvSpPr/>
                  <p:nvPr/>
                </p:nvSpPr>
                <p:spPr>
                  <a:xfrm rot="-5400000">
                    <a:off x="8612832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9" name="Google Shape;139;p15"/>
                <p:cNvGrpSpPr/>
                <p:nvPr/>
              </p:nvGrpSpPr>
              <p:grpSpPr>
                <a:xfrm rot="5400000">
                  <a:off x="2443803" y="4330247"/>
                  <a:ext cx="543976" cy="1087918"/>
                  <a:chOff x="8613777" y="4060948"/>
                  <a:chExt cx="543976" cy="1087918"/>
                </a:xfrm>
              </p:grpSpPr>
              <p:sp>
                <p:nvSpPr>
                  <p:cNvPr id="140" name="Google Shape;140;p15"/>
                  <p:cNvSpPr/>
                  <p:nvPr/>
                </p:nvSpPr>
                <p:spPr>
                  <a:xfrm rot="-5400000">
                    <a:off x="8613777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" name="Google Shape;141;p15"/>
                  <p:cNvSpPr/>
                  <p:nvPr/>
                </p:nvSpPr>
                <p:spPr>
                  <a:xfrm rot="-5400000">
                    <a:off x="8613777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body" idx="1"/>
          </p:nvPr>
        </p:nvSpPr>
        <p:spPr>
          <a:xfrm>
            <a:off x="717575" y="1000075"/>
            <a:ext cx="385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2"/>
          </p:nvPr>
        </p:nvSpPr>
        <p:spPr>
          <a:xfrm>
            <a:off x="4572050" y="1000075"/>
            <a:ext cx="385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 b="1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_3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subTitle" idx="1"/>
          </p:nvPr>
        </p:nvSpPr>
        <p:spPr>
          <a:xfrm>
            <a:off x="1726804" y="3168275"/>
            <a:ext cx="2455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subTitle" idx="2"/>
          </p:nvPr>
        </p:nvSpPr>
        <p:spPr>
          <a:xfrm>
            <a:off x="1726804" y="3555628"/>
            <a:ext cx="2455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subTitle" idx="3"/>
          </p:nvPr>
        </p:nvSpPr>
        <p:spPr>
          <a:xfrm>
            <a:off x="4961996" y="3168275"/>
            <a:ext cx="2455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4"/>
          </p:nvPr>
        </p:nvSpPr>
        <p:spPr>
          <a:xfrm>
            <a:off x="4961996" y="3555627"/>
            <a:ext cx="2455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-1496" y="-6028"/>
            <a:ext cx="9152952" cy="5181020"/>
            <a:chOff x="-1496" y="-6028"/>
            <a:chExt cx="9152952" cy="5181020"/>
          </a:xfrm>
        </p:grpSpPr>
        <p:sp>
          <p:nvSpPr>
            <p:cNvPr id="152" name="Google Shape;152;p16"/>
            <p:cNvSpPr/>
            <p:nvPr/>
          </p:nvSpPr>
          <p:spPr>
            <a:xfrm>
              <a:off x="8158299" y="4181874"/>
              <a:ext cx="993156" cy="993119"/>
            </a:xfrm>
            <a:custGeom>
              <a:avLst/>
              <a:gdLst/>
              <a:ahLst/>
              <a:cxnLst/>
              <a:rect l="l" t="t" r="r" b="b"/>
              <a:pathLst>
                <a:path w="15012" h="15012" extrusionOk="0">
                  <a:moveTo>
                    <a:pt x="15011" y="1"/>
                  </a:moveTo>
                  <a:cubicBezTo>
                    <a:pt x="6739" y="1"/>
                    <a:pt x="0" y="6706"/>
                    <a:pt x="0" y="15012"/>
                  </a:cubicBezTo>
                  <a:lnTo>
                    <a:pt x="15011" y="15012"/>
                  </a:lnTo>
                  <a:lnTo>
                    <a:pt x="15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16"/>
            <p:cNvGrpSpPr/>
            <p:nvPr/>
          </p:nvGrpSpPr>
          <p:grpSpPr>
            <a:xfrm>
              <a:off x="-1496" y="-6028"/>
              <a:ext cx="538908" cy="5159028"/>
              <a:chOff x="-1496" y="-6028"/>
              <a:chExt cx="538908" cy="5159028"/>
            </a:xfrm>
          </p:grpSpPr>
          <p:sp>
            <p:nvSpPr>
              <p:cNvPr id="154" name="Google Shape;154;p16"/>
              <p:cNvSpPr/>
              <p:nvPr/>
            </p:nvSpPr>
            <p:spPr>
              <a:xfrm rot="5400000" flipH="1">
                <a:off x="-2309368" y="2306282"/>
                <a:ext cx="5156654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6"/>
              <p:cNvSpPr/>
              <p:nvPr/>
            </p:nvSpPr>
            <p:spPr>
              <a:xfrm rot="5400000" flipH="1">
                <a:off x="-814072" y="808062"/>
                <a:ext cx="216496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6"/>
              <p:cNvSpPr/>
              <p:nvPr/>
            </p:nvSpPr>
            <p:spPr>
              <a:xfrm rot="10800000">
                <a:off x="-1496" y="-5881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6"/>
              <p:cNvSpPr/>
              <p:nvPr/>
            </p:nvSpPr>
            <p:spPr>
              <a:xfrm rot="10800000">
                <a:off x="-1496" y="5348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6"/>
              <p:cNvSpPr/>
              <p:nvPr/>
            </p:nvSpPr>
            <p:spPr>
              <a:xfrm rot="10800000">
                <a:off x="517" y="107561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6"/>
              <p:cNvSpPr/>
              <p:nvPr/>
            </p:nvSpPr>
            <p:spPr>
              <a:xfrm rot="10800000">
                <a:off x="517" y="16163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7"/>
          <p:cNvGrpSpPr/>
          <p:nvPr/>
        </p:nvGrpSpPr>
        <p:grpSpPr>
          <a:xfrm>
            <a:off x="-15475" y="-33213"/>
            <a:ext cx="9159450" cy="5176720"/>
            <a:chOff x="-15475" y="-33213"/>
            <a:chExt cx="9159450" cy="5176720"/>
          </a:xfrm>
        </p:grpSpPr>
        <p:sp>
          <p:nvSpPr>
            <p:cNvPr id="162" name="Google Shape;162;p17"/>
            <p:cNvSpPr/>
            <p:nvPr/>
          </p:nvSpPr>
          <p:spPr>
            <a:xfrm rot="10800000" flipH="1">
              <a:off x="-15475" y="-33213"/>
              <a:ext cx="1168950" cy="1169138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" name="Google Shape;163;p17"/>
            <p:cNvGrpSpPr/>
            <p:nvPr/>
          </p:nvGrpSpPr>
          <p:grpSpPr>
            <a:xfrm>
              <a:off x="25" y="4598332"/>
              <a:ext cx="9143951" cy="545175"/>
              <a:chOff x="25" y="4598332"/>
              <a:chExt cx="9143951" cy="545175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5880925" y="4605425"/>
                <a:ext cx="3263016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 rot="-5400000" flipH="1">
                <a:off x="8328156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 rot="-5400000" flipH="1">
                <a:off x="72405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 rot="-5400000" flipH="1">
                <a:off x="61528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9" name="Google Shape;169;p17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"/>
          </p:nvPr>
        </p:nvSpPr>
        <p:spPr>
          <a:xfrm>
            <a:off x="793775" y="2471150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subTitle" idx="2"/>
          </p:nvPr>
        </p:nvSpPr>
        <p:spPr>
          <a:xfrm>
            <a:off x="793775" y="2873376"/>
            <a:ext cx="2296200" cy="9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3"/>
          </p:nvPr>
        </p:nvSpPr>
        <p:spPr>
          <a:xfrm>
            <a:off x="3423900" y="2471150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subTitle" idx="4"/>
          </p:nvPr>
        </p:nvSpPr>
        <p:spPr>
          <a:xfrm>
            <a:off x="3423900" y="2873376"/>
            <a:ext cx="2296200" cy="9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subTitle" idx="5"/>
          </p:nvPr>
        </p:nvSpPr>
        <p:spPr>
          <a:xfrm>
            <a:off x="6054025" y="2471150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6"/>
          </p:nvPr>
        </p:nvSpPr>
        <p:spPr>
          <a:xfrm>
            <a:off x="6054025" y="2873376"/>
            <a:ext cx="2296200" cy="9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2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8"/>
          <p:cNvGrpSpPr/>
          <p:nvPr/>
        </p:nvGrpSpPr>
        <p:grpSpPr>
          <a:xfrm>
            <a:off x="-1496" y="-6028"/>
            <a:ext cx="9152952" cy="5181020"/>
            <a:chOff x="-1496" y="-6028"/>
            <a:chExt cx="9152952" cy="5181020"/>
          </a:xfrm>
        </p:grpSpPr>
        <p:sp>
          <p:nvSpPr>
            <p:cNvPr id="178" name="Google Shape;178;p18"/>
            <p:cNvSpPr/>
            <p:nvPr/>
          </p:nvSpPr>
          <p:spPr>
            <a:xfrm>
              <a:off x="8158299" y="4181874"/>
              <a:ext cx="993156" cy="993119"/>
            </a:xfrm>
            <a:custGeom>
              <a:avLst/>
              <a:gdLst/>
              <a:ahLst/>
              <a:cxnLst/>
              <a:rect l="l" t="t" r="r" b="b"/>
              <a:pathLst>
                <a:path w="15012" h="15012" extrusionOk="0">
                  <a:moveTo>
                    <a:pt x="15011" y="1"/>
                  </a:moveTo>
                  <a:cubicBezTo>
                    <a:pt x="6739" y="1"/>
                    <a:pt x="0" y="6706"/>
                    <a:pt x="0" y="15012"/>
                  </a:cubicBezTo>
                  <a:lnTo>
                    <a:pt x="15011" y="15012"/>
                  </a:lnTo>
                  <a:lnTo>
                    <a:pt x="15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" name="Google Shape;179;p18"/>
            <p:cNvGrpSpPr/>
            <p:nvPr/>
          </p:nvGrpSpPr>
          <p:grpSpPr>
            <a:xfrm>
              <a:off x="-1496" y="-6028"/>
              <a:ext cx="538908" cy="5159028"/>
              <a:chOff x="-1496" y="-6028"/>
              <a:chExt cx="538908" cy="5159028"/>
            </a:xfrm>
          </p:grpSpPr>
          <p:sp>
            <p:nvSpPr>
              <p:cNvPr id="180" name="Google Shape;180;p18"/>
              <p:cNvSpPr/>
              <p:nvPr/>
            </p:nvSpPr>
            <p:spPr>
              <a:xfrm rot="5400000" flipH="1">
                <a:off x="-2309368" y="2306282"/>
                <a:ext cx="5156654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8"/>
              <p:cNvSpPr/>
              <p:nvPr/>
            </p:nvSpPr>
            <p:spPr>
              <a:xfrm rot="5400000" flipH="1">
                <a:off x="-814072" y="808062"/>
                <a:ext cx="216496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8"/>
              <p:cNvSpPr/>
              <p:nvPr/>
            </p:nvSpPr>
            <p:spPr>
              <a:xfrm rot="10800000">
                <a:off x="-1496" y="-5881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8"/>
              <p:cNvSpPr/>
              <p:nvPr/>
            </p:nvSpPr>
            <p:spPr>
              <a:xfrm rot="10800000">
                <a:off x="-1496" y="5348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8"/>
              <p:cNvSpPr/>
              <p:nvPr/>
            </p:nvSpPr>
            <p:spPr>
              <a:xfrm rot="10800000">
                <a:off x="517" y="107561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8"/>
              <p:cNvSpPr/>
              <p:nvPr/>
            </p:nvSpPr>
            <p:spPr>
              <a:xfrm rot="10800000">
                <a:off x="517" y="16163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6" name="Google Shape;186;p18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subTitle" idx="1"/>
          </p:nvPr>
        </p:nvSpPr>
        <p:spPr>
          <a:xfrm>
            <a:off x="1982130" y="1566573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ubTitle" idx="2"/>
          </p:nvPr>
        </p:nvSpPr>
        <p:spPr>
          <a:xfrm>
            <a:off x="1982142" y="1968799"/>
            <a:ext cx="2296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subTitle" idx="3"/>
          </p:nvPr>
        </p:nvSpPr>
        <p:spPr>
          <a:xfrm>
            <a:off x="5450455" y="1566573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subTitle" idx="4"/>
          </p:nvPr>
        </p:nvSpPr>
        <p:spPr>
          <a:xfrm>
            <a:off x="5450467" y="1968799"/>
            <a:ext cx="2296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8"/>
          <p:cNvSpPr txBox="1">
            <a:spLocks noGrp="1"/>
          </p:cNvSpPr>
          <p:nvPr>
            <p:ph type="subTitle" idx="5"/>
          </p:nvPr>
        </p:nvSpPr>
        <p:spPr>
          <a:xfrm>
            <a:off x="1982130" y="3127473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8"/>
          <p:cNvSpPr txBox="1">
            <a:spLocks noGrp="1"/>
          </p:cNvSpPr>
          <p:nvPr>
            <p:ph type="subTitle" idx="6"/>
          </p:nvPr>
        </p:nvSpPr>
        <p:spPr>
          <a:xfrm>
            <a:off x="1982142" y="3529699"/>
            <a:ext cx="2296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8"/>
          <p:cNvSpPr txBox="1">
            <a:spLocks noGrp="1"/>
          </p:cNvSpPr>
          <p:nvPr>
            <p:ph type="subTitle" idx="7"/>
          </p:nvPr>
        </p:nvSpPr>
        <p:spPr>
          <a:xfrm>
            <a:off x="5450455" y="3127473"/>
            <a:ext cx="22962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subTitle" idx="8"/>
          </p:nvPr>
        </p:nvSpPr>
        <p:spPr>
          <a:xfrm>
            <a:off x="5450467" y="3529699"/>
            <a:ext cx="2296200" cy="6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2_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oogle Shape;196;p19"/>
          <p:cNvGrpSpPr/>
          <p:nvPr/>
        </p:nvGrpSpPr>
        <p:grpSpPr>
          <a:xfrm>
            <a:off x="-595" y="-7259"/>
            <a:ext cx="9149449" cy="5150766"/>
            <a:chOff x="-595" y="-7259"/>
            <a:chExt cx="9149449" cy="5150766"/>
          </a:xfrm>
        </p:grpSpPr>
        <p:sp>
          <p:nvSpPr>
            <p:cNvPr id="197" name="Google Shape;197;p19"/>
            <p:cNvSpPr/>
            <p:nvPr/>
          </p:nvSpPr>
          <p:spPr>
            <a:xfrm rot="5400000">
              <a:off x="8332870" y="264687"/>
              <a:ext cx="1087929" cy="544038"/>
            </a:xfrm>
            <a:custGeom>
              <a:avLst/>
              <a:gdLst/>
              <a:ahLst/>
              <a:cxnLst/>
              <a:rect l="l" t="t" r="r" b="b"/>
              <a:pathLst>
                <a:path w="50037" h="25019" extrusionOk="0">
                  <a:moveTo>
                    <a:pt x="1" y="1"/>
                  </a:moveTo>
                  <a:cubicBezTo>
                    <a:pt x="1" y="13811"/>
                    <a:pt x="11209" y="25019"/>
                    <a:pt x="25019" y="25019"/>
                  </a:cubicBezTo>
                  <a:cubicBezTo>
                    <a:pt x="38862" y="25019"/>
                    <a:pt x="50036" y="13811"/>
                    <a:pt x="50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8" name="Google Shape;198;p19"/>
            <p:cNvGrpSpPr/>
            <p:nvPr/>
          </p:nvGrpSpPr>
          <p:grpSpPr>
            <a:xfrm>
              <a:off x="-595" y="4605425"/>
              <a:ext cx="9144570" cy="538082"/>
              <a:chOff x="-595" y="4605425"/>
              <a:chExt cx="9144570" cy="538082"/>
            </a:xfrm>
          </p:grpSpPr>
          <p:sp>
            <p:nvSpPr>
              <p:cNvPr id="199" name="Google Shape;199;p19"/>
              <p:cNvSpPr/>
              <p:nvPr/>
            </p:nvSpPr>
            <p:spPr>
              <a:xfrm flipH="1"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9"/>
              <p:cNvSpPr/>
              <p:nvPr/>
            </p:nvSpPr>
            <p:spPr>
              <a:xfrm flipH="1">
                <a:off x="171" y="4605425"/>
                <a:ext cx="3211979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1" name="Google Shape;201;p19"/>
              <p:cNvGrpSpPr/>
              <p:nvPr/>
            </p:nvGrpSpPr>
            <p:grpSpPr>
              <a:xfrm>
                <a:off x="-595" y="4607622"/>
                <a:ext cx="3213798" cy="535860"/>
                <a:chOff x="-4315" y="4602218"/>
                <a:chExt cx="3264065" cy="544241"/>
              </a:xfrm>
            </p:grpSpPr>
            <p:grpSp>
              <p:nvGrpSpPr>
                <p:cNvPr id="202" name="Google Shape;202;p19"/>
                <p:cNvGrpSpPr/>
                <p:nvPr/>
              </p:nvGrpSpPr>
              <p:grpSpPr>
                <a:xfrm rot="5400000">
                  <a:off x="268601" y="4329568"/>
                  <a:ext cx="543976" cy="1089808"/>
                  <a:chOff x="8612832" y="4060948"/>
                  <a:chExt cx="543976" cy="1089808"/>
                </a:xfrm>
              </p:grpSpPr>
              <p:sp>
                <p:nvSpPr>
                  <p:cNvPr id="203" name="Google Shape;203;p19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" name="Google Shape;204;p19"/>
                  <p:cNvSpPr/>
                  <p:nvPr/>
                </p:nvSpPr>
                <p:spPr>
                  <a:xfrm rot="-5400000">
                    <a:off x="8612832" y="4606780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5" name="Google Shape;205;p19"/>
                <p:cNvGrpSpPr/>
                <p:nvPr/>
              </p:nvGrpSpPr>
              <p:grpSpPr>
                <a:xfrm rot="5400000">
                  <a:off x="1355878" y="4330512"/>
                  <a:ext cx="543976" cy="1087918"/>
                  <a:chOff x="8612832" y="4060948"/>
                  <a:chExt cx="543976" cy="1087918"/>
                </a:xfrm>
              </p:grpSpPr>
              <p:sp>
                <p:nvSpPr>
                  <p:cNvPr id="206" name="Google Shape;206;p19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" name="Google Shape;207;p19"/>
                  <p:cNvSpPr/>
                  <p:nvPr/>
                </p:nvSpPr>
                <p:spPr>
                  <a:xfrm rot="-5400000">
                    <a:off x="8612832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8" name="Google Shape;208;p19"/>
                <p:cNvGrpSpPr/>
                <p:nvPr/>
              </p:nvGrpSpPr>
              <p:grpSpPr>
                <a:xfrm rot="5400000">
                  <a:off x="2443803" y="4330247"/>
                  <a:ext cx="543976" cy="1087918"/>
                  <a:chOff x="8613777" y="4060948"/>
                  <a:chExt cx="543976" cy="1087918"/>
                </a:xfrm>
              </p:grpSpPr>
              <p:sp>
                <p:nvSpPr>
                  <p:cNvPr id="209" name="Google Shape;209;p19"/>
                  <p:cNvSpPr/>
                  <p:nvPr/>
                </p:nvSpPr>
                <p:spPr>
                  <a:xfrm rot="-5400000">
                    <a:off x="8613777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19"/>
                  <p:cNvSpPr/>
                  <p:nvPr/>
                </p:nvSpPr>
                <p:spPr>
                  <a:xfrm rot="-5400000">
                    <a:off x="8613777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211" name="Google Shape;211;p19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subTitle" idx="1"/>
          </p:nvPr>
        </p:nvSpPr>
        <p:spPr>
          <a:xfrm>
            <a:off x="734439" y="1465667"/>
            <a:ext cx="23451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2"/>
          </p:nvPr>
        </p:nvSpPr>
        <p:spPr>
          <a:xfrm>
            <a:off x="734438" y="1867893"/>
            <a:ext cx="2345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3"/>
          </p:nvPr>
        </p:nvSpPr>
        <p:spPr>
          <a:xfrm>
            <a:off x="3399413" y="1465667"/>
            <a:ext cx="23451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4"/>
          </p:nvPr>
        </p:nvSpPr>
        <p:spPr>
          <a:xfrm>
            <a:off x="3399412" y="1867893"/>
            <a:ext cx="2345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5"/>
          </p:nvPr>
        </p:nvSpPr>
        <p:spPr>
          <a:xfrm>
            <a:off x="6064462" y="1465667"/>
            <a:ext cx="23451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6"/>
          </p:nvPr>
        </p:nvSpPr>
        <p:spPr>
          <a:xfrm>
            <a:off x="6064461" y="1867893"/>
            <a:ext cx="2345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7"/>
          </p:nvPr>
        </p:nvSpPr>
        <p:spPr>
          <a:xfrm>
            <a:off x="734439" y="2920625"/>
            <a:ext cx="23451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8"/>
          </p:nvPr>
        </p:nvSpPr>
        <p:spPr>
          <a:xfrm>
            <a:off x="734438" y="3322850"/>
            <a:ext cx="2345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9"/>
          </p:nvPr>
        </p:nvSpPr>
        <p:spPr>
          <a:xfrm>
            <a:off x="3399413" y="2920625"/>
            <a:ext cx="23451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13"/>
          </p:nvPr>
        </p:nvSpPr>
        <p:spPr>
          <a:xfrm>
            <a:off x="3399412" y="3322850"/>
            <a:ext cx="2345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4"/>
          </p:nvPr>
        </p:nvSpPr>
        <p:spPr>
          <a:xfrm>
            <a:off x="6064462" y="2920625"/>
            <a:ext cx="23451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15"/>
          </p:nvPr>
        </p:nvSpPr>
        <p:spPr>
          <a:xfrm>
            <a:off x="6064461" y="3322850"/>
            <a:ext cx="2345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_2_2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>
            <a:spLocks noGrp="1"/>
          </p:cNvSpPr>
          <p:nvPr>
            <p:ph type="subTitle" idx="1"/>
          </p:nvPr>
        </p:nvSpPr>
        <p:spPr>
          <a:xfrm>
            <a:off x="717563" y="3701993"/>
            <a:ext cx="6405000" cy="55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0"/>
          <p:cNvSpPr txBox="1">
            <a:spLocks noGrp="1"/>
          </p:cNvSpPr>
          <p:nvPr>
            <p:ph type="subTitle" idx="2"/>
          </p:nvPr>
        </p:nvSpPr>
        <p:spPr>
          <a:xfrm>
            <a:off x="717588" y="2072043"/>
            <a:ext cx="64050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>
            <a:spLocks noGrp="1"/>
          </p:cNvSpPr>
          <p:nvPr>
            <p:ph type="title"/>
          </p:nvPr>
        </p:nvSpPr>
        <p:spPr>
          <a:xfrm>
            <a:off x="4123975" y="1034075"/>
            <a:ext cx="3738900" cy="186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>
            <a:spLocks noGrp="1"/>
          </p:cNvSpPr>
          <p:nvPr>
            <p:ph type="pic" idx="2"/>
          </p:nvPr>
        </p:nvSpPr>
        <p:spPr>
          <a:xfrm>
            <a:off x="0" y="200"/>
            <a:ext cx="3220500" cy="46050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>
            <a:spLocks noGrp="1"/>
          </p:cNvSpPr>
          <p:nvPr>
            <p:ph type="subTitle" idx="1"/>
          </p:nvPr>
        </p:nvSpPr>
        <p:spPr>
          <a:xfrm>
            <a:off x="4124000" y="2852120"/>
            <a:ext cx="3738900" cy="9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31" name="Google Shape;231;p21"/>
          <p:cNvGrpSpPr/>
          <p:nvPr/>
        </p:nvGrpSpPr>
        <p:grpSpPr>
          <a:xfrm>
            <a:off x="-595" y="-7259"/>
            <a:ext cx="9149449" cy="5150766"/>
            <a:chOff x="-595" y="-7259"/>
            <a:chExt cx="9149449" cy="5150766"/>
          </a:xfrm>
        </p:grpSpPr>
        <p:sp>
          <p:nvSpPr>
            <p:cNvPr id="232" name="Google Shape;232;p21"/>
            <p:cNvSpPr/>
            <p:nvPr/>
          </p:nvSpPr>
          <p:spPr>
            <a:xfrm rot="5400000">
              <a:off x="8332870" y="264687"/>
              <a:ext cx="1087929" cy="544038"/>
            </a:xfrm>
            <a:custGeom>
              <a:avLst/>
              <a:gdLst/>
              <a:ahLst/>
              <a:cxnLst/>
              <a:rect l="l" t="t" r="r" b="b"/>
              <a:pathLst>
                <a:path w="50037" h="25019" extrusionOk="0">
                  <a:moveTo>
                    <a:pt x="1" y="1"/>
                  </a:moveTo>
                  <a:cubicBezTo>
                    <a:pt x="1" y="13811"/>
                    <a:pt x="11209" y="25019"/>
                    <a:pt x="25019" y="25019"/>
                  </a:cubicBezTo>
                  <a:cubicBezTo>
                    <a:pt x="38862" y="25019"/>
                    <a:pt x="50036" y="13811"/>
                    <a:pt x="50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" name="Google Shape;233;p21"/>
            <p:cNvGrpSpPr/>
            <p:nvPr/>
          </p:nvGrpSpPr>
          <p:grpSpPr>
            <a:xfrm>
              <a:off x="-595" y="4605425"/>
              <a:ext cx="9144570" cy="538082"/>
              <a:chOff x="-595" y="4605425"/>
              <a:chExt cx="9144570" cy="538082"/>
            </a:xfrm>
          </p:grpSpPr>
          <p:sp>
            <p:nvSpPr>
              <p:cNvPr id="234" name="Google Shape;234;p21"/>
              <p:cNvSpPr/>
              <p:nvPr/>
            </p:nvSpPr>
            <p:spPr>
              <a:xfrm flipH="1"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1"/>
              <p:cNvSpPr/>
              <p:nvPr/>
            </p:nvSpPr>
            <p:spPr>
              <a:xfrm flipH="1">
                <a:off x="171" y="4605425"/>
                <a:ext cx="3211979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6" name="Google Shape;236;p21"/>
              <p:cNvGrpSpPr/>
              <p:nvPr/>
            </p:nvGrpSpPr>
            <p:grpSpPr>
              <a:xfrm>
                <a:off x="-595" y="4607622"/>
                <a:ext cx="3213798" cy="535860"/>
                <a:chOff x="-4315" y="4602218"/>
                <a:chExt cx="3264065" cy="544241"/>
              </a:xfrm>
            </p:grpSpPr>
            <p:grpSp>
              <p:nvGrpSpPr>
                <p:cNvPr id="237" name="Google Shape;237;p21"/>
                <p:cNvGrpSpPr/>
                <p:nvPr/>
              </p:nvGrpSpPr>
              <p:grpSpPr>
                <a:xfrm rot="5400000">
                  <a:off x="268601" y="4329568"/>
                  <a:ext cx="543976" cy="1089808"/>
                  <a:chOff x="8612832" y="4060948"/>
                  <a:chExt cx="543976" cy="1089808"/>
                </a:xfrm>
              </p:grpSpPr>
              <p:sp>
                <p:nvSpPr>
                  <p:cNvPr id="238" name="Google Shape;238;p21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" name="Google Shape;239;p21"/>
                  <p:cNvSpPr/>
                  <p:nvPr/>
                </p:nvSpPr>
                <p:spPr>
                  <a:xfrm rot="-5400000">
                    <a:off x="8612832" y="4606780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0" name="Google Shape;240;p21"/>
                <p:cNvGrpSpPr/>
                <p:nvPr/>
              </p:nvGrpSpPr>
              <p:grpSpPr>
                <a:xfrm rot="5400000">
                  <a:off x="1355878" y="4330512"/>
                  <a:ext cx="543976" cy="1087918"/>
                  <a:chOff x="8612832" y="4060948"/>
                  <a:chExt cx="543976" cy="1087918"/>
                </a:xfrm>
              </p:grpSpPr>
              <p:sp>
                <p:nvSpPr>
                  <p:cNvPr id="241" name="Google Shape;241;p21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" name="Google Shape;242;p21"/>
                  <p:cNvSpPr/>
                  <p:nvPr/>
                </p:nvSpPr>
                <p:spPr>
                  <a:xfrm rot="-5400000">
                    <a:off x="8612832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3" name="Google Shape;243;p21"/>
                <p:cNvGrpSpPr/>
                <p:nvPr/>
              </p:nvGrpSpPr>
              <p:grpSpPr>
                <a:xfrm rot="5400000">
                  <a:off x="2443803" y="4330247"/>
                  <a:ext cx="543976" cy="1087918"/>
                  <a:chOff x="8613777" y="4060948"/>
                  <a:chExt cx="543976" cy="1087918"/>
                </a:xfrm>
              </p:grpSpPr>
              <p:sp>
                <p:nvSpPr>
                  <p:cNvPr id="244" name="Google Shape;244;p21"/>
                  <p:cNvSpPr/>
                  <p:nvPr/>
                </p:nvSpPr>
                <p:spPr>
                  <a:xfrm rot="-5400000">
                    <a:off x="8613777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" name="Google Shape;245;p21"/>
                  <p:cNvSpPr/>
                  <p:nvPr/>
                </p:nvSpPr>
                <p:spPr>
                  <a:xfrm rot="-5400000">
                    <a:off x="8613777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>
            <a:spLocks noGrp="1"/>
          </p:cNvSpPr>
          <p:nvPr>
            <p:ph type="title"/>
          </p:nvPr>
        </p:nvSpPr>
        <p:spPr>
          <a:xfrm>
            <a:off x="879548" y="1482938"/>
            <a:ext cx="3738900" cy="12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2"/>
          <p:cNvSpPr txBox="1">
            <a:spLocks noGrp="1"/>
          </p:cNvSpPr>
          <p:nvPr>
            <p:ph type="subTitle" idx="1"/>
          </p:nvPr>
        </p:nvSpPr>
        <p:spPr>
          <a:xfrm>
            <a:off x="879548" y="2708058"/>
            <a:ext cx="3738900" cy="9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22"/>
          <p:cNvGrpSpPr/>
          <p:nvPr/>
        </p:nvGrpSpPr>
        <p:grpSpPr>
          <a:xfrm>
            <a:off x="8" y="-12861"/>
            <a:ext cx="9144525" cy="5162486"/>
            <a:chOff x="8" y="-12861"/>
            <a:chExt cx="9144525" cy="5162486"/>
          </a:xfrm>
        </p:grpSpPr>
        <p:grpSp>
          <p:nvGrpSpPr>
            <p:cNvPr id="250" name="Google Shape;250;p22"/>
            <p:cNvGrpSpPr/>
            <p:nvPr/>
          </p:nvGrpSpPr>
          <p:grpSpPr>
            <a:xfrm>
              <a:off x="8" y="540498"/>
              <a:ext cx="467980" cy="1913667"/>
              <a:chOff x="8" y="540498"/>
              <a:chExt cx="467980" cy="1913667"/>
            </a:xfrm>
          </p:grpSpPr>
          <p:sp>
            <p:nvSpPr>
              <p:cNvPr id="251" name="Google Shape;251;p22"/>
              <p:cNvSpPr/>
              <p:nvPr/>
            </p:nvSpPr>
            <p:spPr>
              <a:xfrm rot="5400000" flipH="1">
                <a:off x="-233973" y="1752203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2"/>
              <p:cNvSpPr/>
              <p:nvPr/>
            </p:nvSpPr>
            <p:spPr>
              <a:xfrm rot="5400000" flipH="1">
                <a:off x="-233973" y="774478"/>
                <a:ext cx="935942" cy="467980"/>
              </a:xfrm>
              <a:custGeom>
                <a:avLst/>
                <a:gdLst/>
                <a:ahLst/>
                <a:cxnLst/>
                <a:rect l="l" t="t" r="r" b="b"/>
                <a:pathLst>
                  <a:path w="50037" h="25019" extrusionOk="0">
                    <a:moveTo>
                      <a:pt x="25018" y="0"/>
                    </a:moveTo>
                    <a:cubicBezTo>
                      <a:pt x="11208" y="0"/>
                      <a:pt x="0" y="11208"/>
                      <a:pt x="0" y="25018"/>
                    </a:cubicBezTo>
                    <a:lnTo>
                      <a:pt x="50036" y="25018"/>
                    </a:lnTo>
                    <a:cubicBezTo>
                      <a:pt x="50036" y="11208"/>
                      <a:pt x="38861" y="0"/>
                      <a:pt x="250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22"/>
            <p:cNvGrpSpPr/>
            <p:nvPr/>
          </p:nvGrpSpPr>
          <p:grpSpPr>
            <a:xfrm>
              <a:off x="8607193" y="-12861"/>
              <a:ext cx="537339" cy="5162486"/>
              <a:chOff x="8607193" y="-12861"/>
              <a:chExt cx="537339" cy="5162486"/>
            </a:xfrm>
          </p:grpSpPr>
          <p:sp>
            <p:nvSpPr>
              <p:cNvPr id="254" name="Google Shape;254;p22"/>
              <p:cNvSpPr/>
              <p:nvPr/>
            </p:nvSpPr>
            <p:spPr>
              <a:xfrm rot="-5400000">
                <a:off x="7112080" y="3117723"/>
                <a:ext cx="3527022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2"/>
              <p:cNvSpPr/>
              <p:nvPr/>
            </p:nvSpPr>
            <p:spPr>
              <a:xfrm rot="-5400000">
                <a:off x="7990680" y="2209841"/>
                <a:ext cx="1770923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6" name="Google Shape;256;p22"/>
              <p:cNvGrpSpPr/>
              <p:nvPr/>
            </p:nvGrpSpPr>
            <p:grpSpPr>
              <a:xfrm rot="5400000">
                <a:off x="8070452" y="523880"/>
                <a:ext cx="1610260" cy="536778"/>
                <a:chOff x="7483000" y="549635"/>
                <a:chExt cx="1673693" cy="557924"/>
              </a:xfrm>
            </p:grpSpPr>
            <p:sp>
              <p:nvSpPr>
                <p:cNvPr id="257" name="Google Shape;257;p22"/>
                <p:cNvSpPr/>
                <p:nvPr/>
              </p:nvSpPr>
              <p:spPr>
                <a:xfrm rot="10800000" flipH="1">
                  <a:off x="8598832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8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" name="Google Shape;258;p22"/>
                <p:cNvSpPr/>
                <p:nvPr/>
              </p:nvSpPr>
              <p:spPr>
                <a:xfrm rot="10800000" flipH="1">
                  <a:off x="8040916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22"/>
                <p:cNvSpPr/>
                <p:nvPr/>
              </p:nvSpPr>
              <p:spPr>
                <a:xfrm rot="10800000" flipH="1">
                  <a:off x="7483000" y="549635"/>
                  <a:ext cx="557861" cy="557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9" h="25019" extrusionOk="0">
                      <a:moveTo>
                        <a:pt x="1" y="1"/>
                      </a:moveTo>
                      <a:lnTo>
                        <a:pt x="1" y="25019"/>
                      </a:lnTo>
                      <a:lnTo>
                        <a:pt x="25019" y="25019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3"/>
          <p:cNvGrpSpPr/>
          <p:nvPr/>
        </p:nvGrpSpPr>
        <p:grpSpPr>
          <a:xfrm>
            <a:off x="-595" y="-7259"/>
            <a:ext cx="9149449" cy="5150766"/>
            <a:chOff x="-595" y="-7259"/>
            <a:chExt cx="9149449" cy="5150766"/>
          </a:xfrm>
        </p:grpSpPr>
        <p:sp>
          <p:nvSpPr>
            <p:cNvPr id="262" name="Google Shape;262;p23"/>
            <p:cNvSpPr/>
            <p:nvPr/>
          </p:nvSpPr>
          <p:spPr>
            <a:xfrm rot="5400000">
              <a:off x="8332870" y="264687"/>
              <a:ext cx="1087929" cy="544038"/>
            </a:xfrm>
            <a:custGeom>
              <a:avLst/>
              <a:gdLst/>
              <a:ahLst/>
              <a:cxnLst/>
              <a:rect l="l" t="t" r="r" b="b"/>
              <a:pathLst>
                <a:path w="50037" h="25019" extrusionOk="0">
                  <a:moveTo>
                    <a:pt x="1" y="1"/>
                  </a:moveTo>
                  <a:cubicBezTo>
                    <a:pt x="1" y="13811"/>
                    <a:pt x="11209" y="25019"/>
                    <a:pt x="25019" y="25019"/>
                  </a:cubicBezTo>
                  <a:cubicBezTo>
                    <a:pt x="38862" y="25019"/>
                    <a:pt x="50036" y="13811"/>
                    <a:pt x="50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3" name="Google Shape;263;p23"/>
            <p:cNvGrpSpPr/>
            <p:nvPr/>
          </p:nvGrpSpPr>
          <p:grpSpPr>
            <a:xfrm>
              <a:off x="-595" y="4605425"/>
              <a:ext cx="9144570" cy="538082"/>
              <a:chOff x="-595" y="4605425"/>
              <a:chExt cx="9144570" cy="538082"/>
            </a:xfrm>
          </p:grpSpPr>
          <p:sp>
            <p:nvSpPr>
              <p:cNvPr id="264" name="Google Shape;264;p23"/>
              <p:cNvSpPr/>
              <p:nvPr/>
            </p:nvSpPr>
            <p:spPr>
              <a:xfrm flipH="1"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3"/>
              <p:cNvSpPr/>
              <p:nvPr/>
            </p:nvSpPr>
            <p:spPr>
              <a:xfrm flipH="1">
                <a:off x="171" y="4605425"/>
                <a:ext cx="3211979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6" name="Google Shape;266;p23"/>
              <p:cNvGrpSpPr/>
              <p:nvPr/>
            </p:nvGrpSpPr>
            <p:grpSpPr>
              <a:xfrm>
                <a:off x="-595" y="4607622"/>
                <a:ext cx="3213798" cy="535860"/>
                <a:chOff x="-4315" y="4602218"/>
                <a:chExt cx="3264065" cy="544241"/>
              </a:xfrm>
            </p:grpSpPr>
            <p:grpSp>
              <p:nvGrpSpPr>
                <p:cNvPr id="267" name="Google Shape;267;p23"/>
                <p:cNvGrpSpPr/>
                <p:nvPr/>
              </p:nvGrpSpPr>
              <p:grpSpPr>
                <a:xfrm rot="5400000">
                  <a:off x="268601" y="4329568"/>
                  <a:ext cx="543976" cy="1089808"/>
                  <a:chOff x="8612832" y="4060948"/>
                  <a:chExt cx="543976" cy="1089808"/>
                </a:xfrm>
              </p:grpSpPr>
              <p:sp>
                <p:nvSpPr>
                  <p:cNvPr id="268" name="Google Shape;268;p23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23"/>
                  <p:cNvSpPr/>
                  <p:nvPr/>
                </p:nvSpPr>
                <p:spPr>
                  <a:xfrm rot="-5400000">
                    <a:off x="8612832" y="4606780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70" name="Google Shape;270;p23"/>
                <p:cNvGrpSpPr/>
                <p:nvPr/>
              </p:nvGrpSpPr>
              <p:grpSpPr>
                <a:xfrm rot="5400000">
                  <a:off x="1355878" y="4330512"/>
                  <a:ext cx="543976" cy="1087918"/>
                  <a:chOff x="8612832" y="4060948"/>
                  <a:chExt cx="543976" cy="1087918"/>
                </a:xfrm>
              </p:grpSpPr>
              <p:sp>
                <p:nvSpPr>
                  <p:cNvPr id="271" name="Google Shape;271;p23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23"/>
                  <p:cNvSpPr/>
                  <p:nvPr/>
                </p:nvSpPr>
                <p:spPr>
                  <a:xfrm rot="-5400000">
                    <a:off x="8612832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73" name="Google Shape;273;p23"/>
                <p:cNvGrpSpPr/>
                <p:nvPr/>
              </p:nvGrpSpPr>
              <p:grpSpPr>
                <a:xfrm rot="5400000">
                  <a:off x="2443803" y="4330247"/>
                  <a:ext cx="543976" cy="1087918"/>
                  <a:chOff x="8613777" y="4060948"/>
                  <a:chExt cx="543976" cy="1087918"/>
                </a:xfrm>
              </p:grpSpPr>
              <p:sp>
                <p:nvSpPr>
                  <p:cNvPr id="274" name="Google Shape;274;p23"/>
                  <p:cNvSpPr/>
                  <p:nvPr/>
                </p:nvSpPr>
                <p:spPr>
                  <a:xfrm rot="-5400000">
                    <a:off x="8613777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23"/>
                  <p:cNvSpPr/>
                  <p:nvPr/>
                </p:nvSpPr>
                <p:spPr>
                  <a:xfrm rot="-5400000">
                    <a:off x="8613777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276" name="Google Shape;276;p23"/>
          <p:cNvSpPr txBox="1">
            <a:spLocks noGrp="1"/>
          </p:cNvSpPr>
          <p:nvPr>
            <p:ph type="title"/>
          </p:nvPr>
        </p:nvSpPr>
        <p:spPr>
          <a:xfrm>
            <a:off x="5416000" y="1482950"/>
            <a:ext cx="2358300" cy="12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3"/>
          <p:cNvSpPr txBox="1">
            <a:spLocks noGrp="1"/>
          </p:cNvSpPr>
          <p:nvPr>
            <p:ph type="subTitle" idx="1"/>
          </p:nvPr>
        </p:nvSpPr>
        <p:spPr>
          <a:xfrm>
            <a:off x="4035300" y="2708058"/>
            <a:ext cx="3738900" cy="9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1_1_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 txBox="1">
            <a:spLocks noGrp="1"/>
          </p:cNvSpPr>
          <p:nvPr>
            <p:ph type="title"/>
          </p:nvPr>
        </p:nvSpPr>
        <p:spPr>
          <a:xfrm>
            <a:off x="1520700" y="1482950"/>
            <a:ext cx="2283300" cy="12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4"/>
          <p:cNvSpPr txBox="1">
            <a:spLocks noGrp="1"/>
          </p:cNvSpPr>
          <p:nvPr>
            <p:ph type="subTitle" idx="1"/>
          </p:nvPr>
        </p:nvSpPr>
        <p:spPr>
          <a:xfrm>
            <a:off x="1520700" y="2708058"/>
            <a:ext cx="3738900" cy="9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81" name="Google Shape;281;p24"/>
          <p:cNvGrpSpPr/>
          <p:nvPr/>
        </p:nvGrpSpPr>
        <p:grpSpPr>
          <a:xfrm>
            <a:off x="-1496" y="-6028"/>
            <a:ext cx="9152952" cy="5181020"/>
            <a:chOff x="-1496" y="-6028"/>
            <a:chExt cx="9152952" cy="5181020"/>
          </a:xfrm>
        </p:grpSpPr>
        <p:sp>
          <p:nvSpPr>
            <p:cNvPr id="282" name="Google Shape;282;p24"/>
            <p:cNvSpPr/>
            <p:nvPr/>
          </p:nvSpPr>
          <p:spPr>
            <a:xfrm>
              <a:off x="8158299" y="4181874"/>
              <a:ext cx="993156" cy="993119"/>
            </a:xfrm>
            <a:custGeom>
              <a:avLst/>
              <a:gdLst/>
              <a:ahLst/>
              <a:cxnLst/>
              <a:rect l="l" t="t" r="r" b="b"/>
              <a:pathLst>
                <a:path w="15012" h="15012" extrusionOk="0">
                  <a:moveTo>
                    <a:pt x="15011" y="1"/>
                  </a:moveTo>
                  <a:cubicBezTo>
                    <a:pt x="6739" y="1"/>
                    <a:pt x="0" y="6706"/>
                    <a:pt x="0" y="15012"/>
                  </a:cubicBezTo>
                  <a:lnTo>
                    <a:pt x="15011" y="15012"/>
                  </a:lnTo>
                  <a:lnTo>
                    <a:pt x="15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3" name="Google Shape;283;p24"/>
            <p:cNvGrpSpPr/>
            <p:nvPr/>
          </p:nvGrpSpPr>
          <p:grpSpPr>
            <a:xfrm>
              <a:off x="-1496" y="-6028"/>
              <a:ext cx="538908" cy="5159028"/>
              <a:chOff x="-1496" y="-6028"/>
              <a:chExt cx="538908" cy="5159028"/>
            </a:xfrm>
          </p:grpSpPr>
          <p:sp>
            <p:nvSpPr>
              <p:cNvPr id="284" name="Google Shape;284;p24"/>
              <p:cNvSpPr/>
              <p:nvPr/>
            </p:nvSpPr>
            <p:spPr>
              <a:xfrm rot="5400000" flipH="1">
                <a:off x="-2309368" y="2306282"/>
                <a:ext cx="5156654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 rot="5400000" flipH="1">
                <a:off x="-814072" y="808062"/>
                <a:ext cx="216496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4"/>
              <p:cNvSpPr/>
              <p:nvPr/>
            </p:nvSpPr>
            <p:spPr>
              <a:xfrm rot="10800000">
                <a:off x="-1496" y="-5881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 rot="10800000">
                <a:off x="-1496" y="5348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4"/>
              <p:cNvSpPr/>
              <p:nvPr/>
            </p:nvSpPr>
            <p:spPr>
              <a:xfrm rot="10800000">
                <a:off x="517" y="107561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4"/>
              <p:cNvSpPr/>
              <p:nvPr/>
            </p:nvSpPr>
            <p:spPr>
              <a:xfrm rot="10800000">
                <a:off x="517" y="16163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>
            <a:spLocks noGrp="1"/>
          </p:cNvSpPr>
          <p:nvPr>
            <p:ph type="title" hasCustomPrompt="1"/>
          </p:nvPr>
        </p:nvSpPr>
        <p:spPr>
          <a:xfrm>
            <a:off x="2043600" y="633201"/>
            <a:ext cx="50568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2" name="Google Shape;292;p25"/>
          <p:cNvSpPr txBox="1">
            <a:spLocks noGrp="1"/>
          </p:cNvSpPr>
          <p:nvPr>
            <p:ph type="subTitle" idx="1"/>
          </p:nvPr>
        </p:nvSpPr>
        <p:spPr>
          <a:xfrm>
            <a:off x="2043600" y="1375156"/>
            <a:ext cx="50568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5"/>
          <p:cNvSpPr txBox="1">
            <a:spLocks noGrp="1"/>
          </p:cNvSpPr>
          <p:nvPr>
            <p:ph type="title" idx="2" hasCustomPrompt="1"/>
          </p:nvPr>
        </p:nvSpPr>
        <p:spPr>
          <a:xfrm>
            <a:off x="2043600" y="2024940"/>
            <a:ext cx="50568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25"/>
          <p:cNvSpPr txBox="1">
            <a:spLocks noGrp="1"/>
          </p:cNvSpPr>
          <p:nvPr>
            <p:ph type="subTitle" idx="3"/>
          </p:nvPr>
        </p:nvSpPr>
        <p:spPr>
          <a:xfrm>
            <a:off x="2043600" y="2766895"/>
            <a:ext cx="50568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5"/>
          <p:cNvSpPr txBox="1">
            <a:spLocks noGrp="1"/>
          </p:cNvSpPr>
          <p:nvPr>
            <p:ph type="title" idx="4" hasCustomPrompt="1"/>
          </p:nvPr>
        </p:nvSpPr>
        <p:spPr>
          <a:xfrm>
            <a:off x="2043600" y="3416678"/>
            <a:ext cx="50568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9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6" name="Google Shape;296;p25"/>
          <p:cNvSpPr txBox="1">
            <a:spLocks noGrp="1"/>
          </p:cNvSpPr>
          <p:nvPr>
            <p:ph type="subTitle" idx="5"/>
          </p:nvPr>
        </p:nvSpPr>
        <p:spPr>
          <a:xfrm>
            <a:off x="2043600" y="4158634"/>
            <a:ext cx="5056800" cy="3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26"/>
          <p:cNvGrpSpPr/>
          <p:nvPr/>
        </p:nvGrpSpPr>
        <p:grpSpPr>
          <a:xfrm>
            <a:off x="-15475" y="-33213"/>
            <a:ext cx="9159450" cy="5176720"/>
            <a:chOff x="-15475" y="-33213"/>
            <a:chExt cx="9159450" cy="5176720"/>
          </a:xfrm>
        </p:grpSpPr>
        <p:sp>
          <p:nvSpPr>
            <p:cNvPr id="299" name="Google Shape;299;p26"/>
            <p:cNvSpPr/>
            <p:nvPr/>
          </p:nvSpPr>
          <p:spPr>
            <a:xfrm rot="10800000" flipH="1">
              <a:off x="-15475" y="-33213"/>
              <a:ext cx="1168950" cy="1169138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" name="Google Shape;300;p26"/>
            <p:cNvGrpSpPr/>
            <p:nvPr/>
          </p:nvGrpSpPr>
          <p:grpSpPr>
            <a:xfrm>
              <a:off x="25" y="4598332"/>
              <a:ext cx="9143951" cy="545175"/>
              <a:chOff x="25" y="4598332"/>
              <a:chExt cx="9143951" cy="545175"/>
            </a:xfrm>
          </p:grpSpPr>
          <p:sp>
            <p:nvSpPr>
              <p:cNvPr id="301" name="Google Shape;301;p26"/>
              <p:cNvSpPr/>
              <p:nvPr/>
            </p:nvSpPr>
            <p:spPr>
              <a:xfrm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6"/>
              <p:cNvSpPr/>
              <p:nvPr/>
            </p:nvSpPr>
            <p:spPr>
              <a:xfrm>
                <a:off x="5880925" y="4605425"/>
                <a:ext cx="3263016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6"/>
              <p:cNvSpPr/>
              <p:nvPr/>
            </p:nvSpPr>
            <p:spPr>
              <a:xfrm rot="-5400000" flipH="1">
                <a:off x="8328156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6"/>
              <p:cNvSpPr/>
              <p:nvPr/>
            </p:nvSpPr>
            <p:spPr>
              <a:xfrm rot="-5400000" flipH="1">
                <a:off x="72405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6"/>
              <p:cNvSpPr/>
              <p:nvPr/>
            </p:nvSpPr>
            <p:spPr>
              <a:xfrm rot="-5400000" flipH="1">
                <a:off x="61528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26"/>
          <p:cNvSpPr txBox="1">
            <a:spLocks noGrp="1"/>
          </p:cNvSpPr>
          <p:nvPr>
            <p:ph type="title" hasCustomPrompt="1"/>
          </p:nvPr>
        </p:nvSpPr>
        <p:spPr>
          <a:xfrm>
            <a:off x="717575" y="2359098"/>
            <a:ext cx="24321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7" name="Google Shape;307;p26"/>
          <p:cNvSpPr txBox="1">
            <a:spLocks noGrp="1"/>
          </p:cNvSpPr>
          <p:nvPr>
            <p:ph type="subTitle" idx="1"/>
          </p:nvPr>
        </p:nvSpPr>
        <p:spPr>
          <a:xfrm>
            <a:off x="717575" y="3066454"/>
            <a:ext cx="2432100" cy="3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26"/>
          <p:cNvSpPr txBox="1">
            <a:spLocks noGrp="1"/>
          </p:cNvSpPr>
          <p:nvPr>
            <p:ph type="subTitle" idx="2"/>
          </p:nvPr>
        </p:nvSpPr>
        <p:spPr>
          <a:xfrm>
            <a:off x="717575" y="3284175"/>
            <a:ext cx="24321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26"/>
          <p:cNvSpPr txBox="1">
            <a:spLocks noGrp="1"/>
          </p:cNvSpPr>
          <p:nvPr>
            <p:ph type="title" idx="3" hasCustomPrompt="1"/>
          </p:nvPr>
        </p:nvSpPr>
        <p:spPr>
          <a:xfrm>
            <a:off x="3355950" y="2359098"/>
            <a:ext cx="24321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0" name="Google Shape;310;p26"/>
          <p:cNvSpPr txBox="1">
            <a:spLocks noGrp="1"/>
          </p:cNvSpPr>
          <p:nvPr>
            <p:ph type="subTitle" idx="4"/>
          </p:nvPr>
        </p:nvSpPr>
        <p:spPr>
          <a:xfrm>
            <a:off x="3355950" y="3066454"/>
            <a:ext cx="2432100" cy="3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6"/>
          <p:cNvSpPr txBox="1">
            <a:spLocks noGrp="1"/>
          </p:cNvSpPr>
          <p:nvPr>
            <p:ph type="subTitle" idx="5"/>
          </p:nvPr>
        </p:nvSpPr>
        <p:spPr>
          <a:xfrm>
            <a:off x="3355950" y="3284175"/>
            <a:ext cx="24321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6"/>
          <p:cNvSpPr txBox="1">
            <a:spLocks noGrp="1"/>
          </p:cNvSpPr>
          <p:nvPr>
            <p:ph type="title" idx="6" hasCustomPrompt="1"/>
          </p:nvPr>
        </p:nvSpPr>
        <p:spPr>
          <a:xfrm>
            <a:off x="5994325" y="2359098"/>
            <a:ext cx="2432100" cy="69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3" name="Google Shape;313;p26"/>
          <p:cNvSpPr txBox="1">
            <a:spLocks noGrp="1"/>
          </p:cNvSpPr>
          <p:nvPr>
            <p:ph type="subTitle" idx="7"/>
          </p:nvPr>
        </p:nvSpPr>
        <p:spPr>
          <a:xfrm>
            <a:off x="5994325" y="3066454"/>
            <a:ext cx="2432100" cy="32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0">
                <a:latin typeface="Geologica"/>
                <a:ea typeface="Geologica"/>
                <a:cs typeface="Geologica"/>
                <a:sym typeface="Geolog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6"/>
          <p:cNvSpPr txBox="1">
            <a:spLocks noGrp="1"/>
          </p:cNvSpPr>
          <p:nvPr>
            <p:ph type="subTitle" idx="8"/>
          </p:nvPr>
        </p:nvSpPr>
        <p:spPr>
          <a:xfrm>
            <a:off x="5994325" y="3284175"/>
            <a:ext cx="24321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26"/>
          <p:cNvSpPr txBox="1">
            <a:spLocks noGrp="1"/>
          </p:cNvSpPr>
          <p:nvPr>
            <p:ph type="title" idx="9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_1_1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27"/>
          <p:cNvGrpSpPr/>
          <p:nvPr/>
        </p:nvGrpSpPr>
        <p:grpSpPr>
          <a:xfrm>
            <a:off x="-15475" y="-33213"/>
            <a:ext cx="9159450" cy="5176720"/>
            <a:chOff x="-15475" y="-33213"/>
            <a:chExt cx="9159450" cy="5176720"/>
          </a:xfrm>
        </p:grpSpPr>
        <p:sp>
          <p:nvSpPr>
            <p:cNvPr id="318" name="Google Shape;318;p27"/>
            <p:cNvSpPr/>
            <p:nvPr/>
          </p:nvSpPr>
          <p:spPr>
            <a:xfrm rot="10800000" flipH="1">
              <a:off x="-15475" y="-33213"/>
              <a:ext cx="1168950" cy="1169138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9" name="Google Shape;319;p27"/>
            <p:cNvGrpSpPr/>
            <p:nvPr/>
          </p:nvGrpSpPr>
          <p:grpSpPr>
            <a:xfrm>
              <a:off x="25" y="4598332"/>
              <a:ext cx="9143951" cy="545175"/>
              <a:chOff x="25" y="4598332"/>
              <a:chExt cx="9143951" cy="545175"/>
            </a:xfrm>
          </p:grpSpPr>
          <p:sp>
            <p:nvSpPr>
              <p:cNvPr id="320" name="Google Shape;320;p27"/>
              <p:cNvSpPr/>
              <p:nvPr/>
            </p:nvSpPr>
            <p:spPr>
              <a:xfrm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7"/>
              <p:cNvSpPr/>
              <p:nvPr/>
            </p:nvSpPr>
            <p:spPr>
              <a:xfrm>
                <a:off x="5880925" y="4605425"/>
                <a:ext cx="3263016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7"/>
              <p:cNvSpPr/>
              <p:nvPr/>
            </p:nvSpPr>
            <p:spPr>
              <a:xfrm rot="-5400000" flipH="1">
                <a:off x="8328156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7"/>
              <p:cNvSpPr/>
              <p:nvPr/>
            </p:nvSpPr>
            <p:spPr>
              <a:xfrm rot="-5400000" flipH="1">
                <a:off x="72405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7"/>
              <p:cNvSpPr/>
              <p:nvPr/>
            </p:nvSpPr>
            <p:spPr>
              <a:xfrm rot="-5400000" flipH="1">
                <a:off x="61528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5" name="Google Shape;325;p27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_1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28"/>
          <p:cNvGrpSpPr/>
          <p:nvPr/>
        </p:nvGrpSpPr>
        <p:grpSpPr>
          <a:xfrm>
            <a:off x="-1496" y="-6028"/>
            <a:ext cx="9152952" cy="5181020"/>
            <a:chOff x="-1496" y="-6028"/>
            <a:chExt cx="9152952" cy="5181020"/>
          </a:xfrm>
        </p:grpSpPr>
        <p:sp>
          <p:nvSpPr>
            <p:cNvPr id="328" name="Google Shape;328;p28"/>
            <p:cNvSpPr/>
            <p:nvPr/>
          </p:nvSpPr>
          <p:spPr>
            <a:xfrm>
              <a:off x="8158299" y="4181874"/>
              <a:ext cx="993156" cy="993119"/>
            </a:xfrm>
            <a:custGeom>
              <a:avLst/>
              <a:gdLst/>
              <a:ahLst/>
              <a:cxnLst/>
              <a:rect l="l" t="t" r="r" b="b"/>
              <a:pathLst>
                <a:path w="15012" h="15012" extrusionOk="0">
                  <a:moveTo>
                    <a:pt x="15011" y="1"/>
                  </a:moveTo>
                  <a:cubicBezTo>
                    <a:pt x="6739" y="1"/>
                    <a:pt x="0" y="6706"/>
                    <a:pt x="0" y="15012"/>
                  </a:cubicBezTo>
                  <a:lnTo>
                    <a:pt x="15011" y="15012"/>
                  </a:lnTo>
                  <a:lnTo>
                    <a:pt x="150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9" name="Google Shape;329;p28"/>
            <p:cNvGrpSpPr/>
            <p:nvPr/>
          </p:nvGrpSpPr>
          <p:grpSpPr>
            <a:xfrm>
              <a:off x="-1496" y="-6028"/>
              <a:ext cx="538908" cy="5159028"/>
              <a:chOff x="-1496" y="-6028"/>
              <a:chExt cx="538908" cy="5159028"/>
            </a:xfrm>
          </p:grpSpPr>
          <p:sp>
            <p:nvSpPr>
              <p:cNvPr id="330" name="Google Shape;330;p28"/>
              <p:cNvSpPr/>
              <p:nvPr/>
            </p:nvSpPr>
            <p:spPr>
              <a:xfrm rot="5400000" flipH="1">
                <a:off x="-2309368" y="2306282"/>
                <a:ext cx="5156654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8"/>
              <p:cNvSpPr/>
              <p:nvPr/>
            </p:nvSpPr>
            <p:spPr>
              <a:xfrm rot="5400000" flipH="1">
                <a:off x="-814072" y="808062"/>
                <a:ext cx="216496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8"/>
              <p:cNvSpPr/>
              <p:nvPr/>
            </p:nvSpPr>
            <p:spPr>
              <a:xfrm rot="10800000">
                <a:off x="-1496" y="-5881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8"/>
              <p:cNvSpPr/>
              <p:nvPr/>
            </p:nvSpPr>
            <p:spPr>
              <a:xfrm rot="10800000">
                <a:off x="-1496" y="5348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8"/>
              <p:cNvSpPr/>
              <p:nvPr/>
            </p:nvSpPr>
            <p:spPr>
              <a:xfrm rot="10800000">
                <a:off x="517" y="107561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8"/>
              <p:cNvSpPr/>
              <p:nvPr/>
            </p:nvSpPr>
            <p:spPr>
              <a:xfrm rot="10800000">
                <a:off x="517" y="1616369"/>
                <a:ext cx="536896" cy="540739"/>
              </a:xfrm>
              <a:custGeom>
                <a:avLst/>
                <a:gdLst/>
                <a:ahLst/>
                <a:cxnLst/>
                <a:rect l="l" t="t" r="r" b="b"/>
                <a:pathLst>
                  <a:path w="18748" h="18748" extrusionOk="0">
                    <a:moveTo>
                      <a:pt x="9374" y="1"/>
                    </a:moveTo>
                    <a:cubicBezTo>
                      <a:pt x="4203" y="1"/>
                      <a:pt x="0" y="4204"/>
                      <a:pt x="0" y="9374"/>
                    </a:cubicBezTo>
                    <a:cubicBezTo>
                      <a:pt x="0" y="14545"/>
                      <a:pt x="4203" y="18748"/>
                      <a:pt x="9374" y="18748"/>
                    </a:cubicBezTo>
                    <a:cubicBezTo>
                      <a:pt x="14544" y="18748"/>
                      <a:pt x="18747" y="14545"/>
                      <a:pt x="18747" y="9374"/>
                    </a:cubicBezTo>
                    <a:cubicBezTo>
                      <a:pt x="18747" y="4204"/>
                      <a:pt x="14544" y="1"/>
                      <a:pt x="93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6" name="Google Shape;336;p28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_1_1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29"/>
          <p:cNvGrpSpPr/>
          <p:nvPr/>
        </p:nvGrpSpPr>
        <p:grpSpPr>
          <a:xfrm>
            <a:off x="-595" y="-7259"/>
            <a:ext cx="9149449" cy="5150766"/>
            <a:chOff x="-595" y="-7259"/>
            <a:chExt cx="9149449" cy="5150766"/>
          </a:xfrm>
        </p:grpSpPr>
        <p:sp>
          <p:nvSpPr>
            <p:cNvPr id="339" name="Google Shape;339;p29"/>
            <p:cNvSpPr/>
            <p:nvPr/>
          </p:nvSpPr>
          <p:spPr>
            <a:xfrm rot="5400000">
              <a:off x="8332870" y="264687"/>
              <a:ext cx="1087929" cy="544038"/>
            </a:xfrm>
            <a:custGeom>
              <a:avLst/>
              <a:gdLst/>
              <a:ahLst/>
              <a:cxnLst/>
              <a:rect l="l" t="t" r="r" b="b"/>
              <a:pathLst>
                <a:path w="50037" h="25019" extrusionOk="0">
                  <a:moveTo>
                    <a:pt x="1" y="1"/>
                  </a:moveTo>
                  <a:cubicBezTo>
                    <a:pt x="1" y="13811"/>
                    <a:pt x="11209" y="25019"/>
                    <a:pt x="25019" y="25019"/>
                  </a:cubicBezTo>
                  <a:cubicBezTo>
                    <a:pt x="38862" y="25019"/>
                    <a:pt x="50036" y="13811"/>
                    <a:pt x="50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0" name="Google Shape;340;p29"/>
            <p:cNvGrpSpPr/>
            <p:nvPr/>
          </p:nvGrpSpPr>
          <p:grpSpPr>
            <a:xfrm>
              <a:off x="-595" y="4605425"/>
              <a:ext cx="9144570" cy="538082"/>
              <a:chOff x="-595" y="4605425"/>
              <a:chExt cx="9144570" cy="538082"/>
            </a:xfrm>
          </p:grpSpPr>
          <p:sp>
            <p:nvSpPr>
              <p:cNvPr id="341" name="Google Shape;341;p29"/>
              <p:cNvSpPr/>
              <p:nvPr/>
            </p:nvSpPr>
            <p:spPr>
              <a:xfrm flipH="1"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9"/>
              <p:cNvSpPr/>
              <p:nvPr/>
            </p:nvSpPr>
            <p:spPr>
              <a:xfrm flipH="1">
                <a:off x="171" y="4605425"/>
                <a:ext cx="3211979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3" name="Google Shape;343;p29"/>
              <p:cNvGrpSpPr/>
              <p:nvPr/>
            </p:nvGrpSpPr>
            <p:grpSpPr>
              <a:xfrm>
                <a:off x="-595" y="4607622"/>
                <a:ext cx="3213798" cy="535860"/>
                <a:chOff x="-4315" y="4602218"/>
                <a:chExt cx="3264065" cy="544241"/>
              </a:xfrm>
            </p:grpSpPr>
            <p:grpSp>
              <p:nvGrpSpPr>
                <p:cNvPr id="344" name="Google Shape;344;p29"/>
                <p:cNvGrpSpPr/>
                <p:nvPr/>
              </p:nvGrpSpPr>
              <p:grpSpPr>
                <a:xfrm rot="5400000">
                  <a:off x="268601" y="4329568"/>
                  <a:ext cx="543976" cy="1089808"/>
                  <a:chOff x="8612832" y="4060948"/>
                  <a:chExt cx="543976" cy="1089808"/>
                </a:xfrm>
              </p:grpSpPr>
              <p:sp>
                <p:nvSpPr>
                  <p:cNvPr id="345" name="Google Shape;345;p29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29"/>
                  <p:cNvSpPr/>
                  <p:nvPr/>
                </p:nvSpPr>
                <p:spPr>
                  <a:xfrm rot="-5400000">
                    <a:off x="8612832" y="4606780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47" name="Google Shape;347;p29"/>
                <p:cNvGrpSpPr/>
                <p:nvPr/>
              </p:nvGrpSpPr>
              <p:grpSpPr>
                <a:xfrm rot="5400000">
                  <a:off x="1355878" y="4330512"/>
                  <a:ext cx="543976" cy="1087918"/>
                  <a:chOff x="8612832" y="4060948"/>
                  <a:chExt cx="543976" cy="1087918"/>
                </a:xfrm>
              </p:grpSpPr>
              <p:sp>
                <p:nvSpPr>
                  <p:cNvPr id="348" name="Google Shape;348;p29"/>
                  <p:cNvSpPr/>
                  <p:nvPr/>
                </p:nvSpPr>
                <p:spPr>
                  <a:xfrm rot="-5400000">
                    <a:off x="8612832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29"/>
                  <p:cNvSpPr/>
                  <p:nvPr/>
                </p:nvSpPr>
                <p:spPr>
                  <a:xfrm rot="-5400000">
                    <a:off x="8612832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50" name="Google Shape;350;p29"/>
                <p:cNvGrpSpPr/>
                <p:nvPr/>
              </p:nvGrpSpPr>
              <p:grpSpPr>
                <a:xfrm rot="5400000">
                  <a:off x="2443803" y="4330247"/>
                  <a:ext cx="543976" cy="1087918"/>
                  <a:chOff x="8613777" y="4060948"/>
                  <a:chExt cx="543976" cy="1087918"/>
                </a:xfrm>
              </p:grpSpPr>
              <p:sp>
                <p:nvSpPr>
                  <p:cNvPr id="351" name="Google Shape;351;p29"/>
                  <p:cNvSpPr/>
                  <p:nvPr/>
                </p:nvSpPr>
                <p:spPr>
                  <a:xfrm rot="-5400000">
                    <a:off x="8613777" y="4060948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29"/>
                  <p:cNvSpPr/>
                  <p:nvPr/>
                </p:nvSpPr>
                <p:spPr>
                  <a:xfrm rot="-5400000">
                    <a:off x="8613777" y="4604891"/>
                    <a:ext cx="543976" cy="54397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019" h="25019" extrusionOk="0">
                        <a:moveTo>
                          <a:pt x="1" y="0"/>
                        </a:moveTo>
                        <a:lnTo>
                          <a:pt x="1" y="25018"/>
                        </a:lnTo>
                        <a:lnTo>
                          <a:pt x="25019" y="25018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353" name="Google Shape;353;p29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"/>
          <p:cNvSpPr txBox="1">
            <a:spLocks noGrp="1"/>
          </p:cNvSpPr>
          <p:nvPr>
            <p:ph type="title"/>
          </p:nvPr>
        </p:nvSpPr>
        <p:spPr>
          <a:xfrm>
            <a:off x="1932300" y="580600"/>
            <a:ext cx="3542400" cy="9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30"/>
          <p:cNvSpPr txBox="1">
            <a:spLocks noGrp="1"/>
          </p:cNvSpPr>
          <p:nvPr>
            <p:ph type="subTitle" idx="1"/>
          </p:nvPr>
        </p:nvSpPr>
        <p:spPr>
          <a:xfrm>
            <a:off x="1932300" y="1481135"/>
            <a:ext cx="3542400" cy="12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1932300" y="3581476"/>
            <a:ext cx="289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and includes </a:t>
            </a:r>
            <a:r>
              <a:rPr lang="en" sz="10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icons</a:t>
            </a:r>
            <a:r>
              <a:rPr lang="en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by </a:t>
            </a:r>
            <a:r>
              <a:rPr lang="en" sz="10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6156221" y="-789135"/>
            <a:ext cx="1327383" cy="1327383"/>
          </a:xfrm>
          <a:custGeom>
            <a:avLst/>
            <a:gdLst/>
            <a:ahLst/>
            <a:cxnLst/>
            <a:rect l="l" t="t" r="r" b="b"/>
            <a:pathLst>
              <a:path w="25019" h="25019" extrusionOk="0">
                <a:moveTo>
                  <a:pt x="12509" y="1"/>
                </a:moveTo>
                <a:cubicBezTo>
                  <a:pt x="5604" y="1"/>
                  <a:pt x="0" y="5605"/>
                  <a:pt x="0" y="12510"/>
                </a:cubicBezTo>
                <a:cubicBezTo>
                  <a:pt x="0" y="19415"/>
                  <a:pt x="5604" y="25019"/>
                  <a:pt x="12509" y="25019"/>
                </a:cubicBezTo>
                <a:cubicBezTo>
                  <a:pt x="19414" y="25019"/>
                  <a:pt x="25018" y="19415"/>
                  <a:pt x="25018" y="12510"/>
                </a:cubicBezTo>
                <a:cubicBezTo>
                  <a:pt x="25018" y="5605"/>
                  <a:pt x="19414" y="1"/>
                  <a:pt x="1250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31"/>
          <p:cNvGrpSpPr/>
          <p:nvPr/>
        </p:nvGrpSpPr>
        <p:grpSpPr>
          <a:xfrm>
            <a:off x="-15475" y="-33213"/>
            <a:ext cx="9159450" cy="5176720"/>
            <a:chOff x="-15475" y="-33213"/>
            <a:chExt cx="9159450" cy="5176720"/>
          </a:xfrm>
        </p:grpSpPr>
        <p:sp>
          <p:nvSpPr>
            <p:cNvPr id="361" name="Google Shape;361;p31"/>
            <p:cNvSpPr/>
            <p:nvPr/>
          </p:nvSpPr>
          <p:spPr>
            <a:xfrm rot="10800000" flipH="1">
              <a:off x="-15475" y="-33213"/>
              <a:ext cx="1168950" cy="1169138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2" name="Google Shape;362;p31"/>
            <p:cNvGrpSpPr/>
            <p:nvPr/>
          </p:nvGrpSpPr>
          <p:grpSpPr>
            <a:xfrm>
              <a:off x="25" y="4598332"/>
              <a:ext cx="9143951" cy="545175"/>
              <a:chOff x="25" y="4598332"/>
              <a:chExt cx="9143951" cy="545175"/>
            </a:xfrm>
          </p:grpSpPr>
          <p:sp>
            <p:nvSpPr>
              <p:cNvPr id="363" name="Google Shape;363;p31"/>
              <p:cNvSpPr/>
              <p:nvPr/>
            </p:nvSpPr>
            <p:spPr>
              <a:xfrm>
                <a:off x="25" y="4606725"/>
                <a:ext cx="9143951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31"/>
              <p:cNvSpPr/>
              <p:nvPr/>
            </p:nvSpPr>
            <p:spPr>
              <a:xfrm>
                <a:off x="5880925" y="4605425"/>
                <a:ext cx="3263016" cy="536783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1"/>
                    </a:moveTo>
                    <a:lnTo>
                      <a:pt x="0" y="25019"/>
                    </a:lnTo>
                    <a:lnTo>
                      <a:pt x="75054" y="25019"/>
                    </a:lnTo>
                    <a:lnTo>
                      <a:pt x="7505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31"/>
              <p:cNvSpPr/>
              <p:nvPr/>
            </p:nvSpPr>
            <p:spPr>
              <a:xfrm rot="-5400000" flipH="1">
                <a:off x="8328156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31"/>
              <p:cNvSpPr/>
              <p:nvPr/>
            </p:nvSpPr>
            <p:spPr>
              <a:xfrm rot="-5400000" flipH="1">
                <a:off x="72405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31"/>
              <p:cNvSpPr/>
              <p:nvPr/>
            </p:nvSpPr>
            <p:spPr>
              <a:xfrm rot="-5400000" flipH="1">
                <a:off x="6152829" y="4326418"/>
                <a:ext cx="543872" cy="1087701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_1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32"/>
          <p:cNvGrpSpPr/>
          <p:nvPr/>
        </p:nvGrpSpPr>
        <p:grpSpPr>
          <a:xfrm>
            <a:off x="0" y="-16306"/>
            <a:ext cx="9144005" cy="5176106"/>
            <a:chOff x="0" y="-14006"/>
            <a:chExt cx="9144005" cy="5176106"/>
          </a:xfrm>
        </p:grpSpPr>
        <p:grpSp>
          <p:nvGrpSpPr>
            <p:cNvPr id="370" name="Google Shape;370;p32"/>
            <p:cNvGrpSpPr/>
            <p:nvPr/>
          </p:nvGrpSpPr>
          <p:grpSpPr>
            <a:xfrm>
              <a:off x="4738532" y="-14006"/>
              <a:ext cx="4405473" cy="1101411"/>
              <a:chOff x="6977498" y="-12"/>
              <a:chExt cx="2175865" cy="543987"/>
            </a:xfrm>
          </p:grpSpPr>
          <p:sp>
            <p:nvSpPr>
              <p:cNvPr id="371" name="Google Shape;371;p32"/>
              <p:cNvSpPr/>
              <p:nvPr/>
            </p:nvSpPr>
            <p:spPr>
              <a:xfrm flipH="1">
                <a:off x="7521479" y="0"/>
                <a:ext cx="1631883" cy="543976"/>
              </a:xfrm>
              <a:custGeom>
                <a:avLst/>
                <a:gdLst/>
                <a:ahLst/>
                <a:cxnLst/>
                <a:rect l="l" t="t" r="r" b="b"/>
                <a:pathLst>
                  <a:path w="75055" h="25019" extrusionOk="0">
                    <a:moveTo>
                      <a:pt x="0" y="0"/>
                    </a:moveTo>
                    <a:lnTo>
                      <a:pt x="0" y="25018"/>
                    </a:lnTo>
                    <a:lnTo>
                      <a:pt x="75054" y="25018"/>
                    </a:lnTo>
                    <a:lnTo>
                      <a:pt x="7505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32"/>
              <p:cNvSpPr/>
              <p:nvPr/>
            </p:nvSpPr>
            <p:spPr>
              <a:xfrm flipH="1">
                <a:off x="6977498" y="-12"/>
                <a:ext cx="543976" cy="543976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25019" extrusionOk="0">
                    <a:moveTo>
                      <a:pt x="25018" y="0"/>
                    </a:moveTo>
                    <a:lnTo>
                      <a:pt x="0" y="25018"/>
                    </a:lnTo>
                    <a:lnTo>
                      <a:pt x="25018" y="25018"/>
                    </a:lnTo>
                    <a:lnTo>
                      <a:pt x="2501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3" name="Google Shape;373;p32"/>
            <p:cNvGrpSpPr/>
            <p:nvPr/>
          </p:nvGrpSpPr>
          <p:grpSpPr>
            <a:xfrm rot="-5400000">
              <a:off x="-817213" y="2710299"/>
              <a:ext cx="3269012" cy="1634587"/>
              <a:chOff x="533501" y="-7"/>
              <a:chExt cx="1631895" cy="815988"/>
            </a:xfrm>
          </p:grpSpPr>
          <p:sp>
            <p:nvSpPr>
              <p:cNvPr id="374" name="Google Shape;374;p32"/>
              <p:cNvSpPr/>
              <p:nvPr/>
            </p:nvSpPr>
            <p:spPr>
              <a:xfrm rot="5400000">
                <a:off x="805481" y="-271977"/>
                <a:ext cx="543976" cy="1087929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50037" extrusionOk="0">
                    <a:moveTo>
                      <a:pt x="1" y="0"/>
                    </a:moveTo>
                    <a:lnTo>
                      <a:pt x="1" y="50036"/>
                    </a:lnTo>
                    <a:lnTo>
                      <a:pt x="25019" y="50036"/>
                    </a:lnTo>
                    <a:lnTo>
                      <a:pt x="250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32"/>
              <p:cNvSpPr/>
              <p:nvPr/>
            </p:nvSpPr>
            <p:spPr>
              <a:xfrm rot="5400000">
                <a:off x="1621421" y="-7"/>
                <a:ext cx="543976" cy="543976"/>
              </a:xfrm>
              <a:custGeom>
                <a:avLst/>
                <a:gdLst/>
                <a:ahLst/>
                <a:cxnLst/>
                <a:rect l="l" t="t" r="r" b="b"/>
                <a:pathLst>
                  <a:path w="25019" h="25019" extrusionOk="0">
                    <a:moveTo>
                      <a:pt x="12510" y="0"/>
                    </a:moveTo>
                    <a:cubicBezTo>
                      <a:pt x="5605" y="0"/>
                      <a:pt x="1" y="5604"/>
                      <a:pt x="1" y="12509"/>
                    </a:cubicBezTo>
                    <a:cubicBezTo>
                      <a:pt x="1" y="19414"/>
                      <a:pt x="5605" y="25018"/>
                      <a:pt x="12510" y="25018"/>
                    </a:cubicBezTo>
                    <a:cubicBezTo>
                      <a:pt x="19415" y="25018"/>
                      <a:pt x="25019" y="19414"/>
                      <a:pt x="25019" y="12509"/>
                    </a:cubicBezTo>
                    <a:cubicBezTo>
                      <a:pt x="25019" y="5604"/>
                      <a:pt x="19415" y="0"/>
                      <a:pt x="1251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32"/>
              <p:cNvSpPr/>
              <p:nvPr/>
            </p:nvSpPr>
            <p:spPr>
              <a:xfrm rot="5400000" flipH="1">
                <a:off x="669490" y="407994"/>
                <a:ext cx="271999" cy="543976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32"/>
              <p:cNvSpPr/>
              <p:nvPr/>
            </p:nvSpPr>
            <p:spPr>
              <a:xfrm rot="5400000" flipH="1">
                <a:off x="1213443" y="407994"/>
                <a:ext cx="271999" cy="543976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25019" extrusionOk="0">
                    <a:moveTo>
                      <a:pt x="12509" y="0"/>
                    </a:moveTo>
                    <a:cubicBezTo>
                      <a:pt x="5604" y="0"/>
                      <a:pt x="0" y="5604"/>
                      <a:pt x="0" y="12509"/>
                    </a:cubicBezTo>
                    <a:cubicBezTo>
                      <a:pt x="0" y="19414"/>
                      <a:pt x="5604" y="25018"/>
                      <a:pt x="12509" y="25018"/>
                    </a:cubicBezTo>
                    <a:lnTo>
                      <a:pt x="125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575" y="381992"/>
            <a:ext cx="7708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Geologica"/>
              <a:buNone/>
              <a:defRPr sz="3400">
                <a:solidFill>
                  <a:schemeClr val="dk1"/>
                </a:solidFill>
                <a:latin typeface="Geologica"/>
                <a:ea typeface="Geologica"/>
                <a:cs typeface="Geologica"/>
                <a:sym typeface="Geolog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7575" y="1158981"/>
            <a:ext cx="77088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●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○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gtree"/>
              <a:buChar char="■"/>
              <a:def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dictivelyRecursive/BotXGrap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1.1511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arxiv.org/abs/2507.1784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>
            <a:spLocks noGrp="1"/>
          </p:cNvSpPr>
          <p:nvPr>
            <p:ph type="ctrTitle"/>
          </p:nvPr>
        </p:nvSpPr>
        <p:spPr>
          <a:xfrm>
            <a:off x="295775" y="448025"/>
            <a:ext cx="6567900" cy="34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chemeClr val="dk2"/>
                </a:solidFill>
              </a:rPr>
              <a:t>BotXGraph:</a:t>
            </a:r>
            <a:br>
              <a:rPr lang="en" sz="4500" dirty="0">
                <a:solidFill>
                  <a:schemeClr val="dk2"/>
                </a:solidFill>
              </a:rPr>
            </a:br>
            <a:endParaRPr sz="4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Explainable Twitter Bot-Detection using Heterogeneous Social Knowledge Graphs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500" dirty="0">
              <a:solidFill>
                <a:schemeClr val="dk2"/>
              </a:solidFill>
            </a:endParaRPr>
          </a:p>
        </p:txBody>
      </p:sp>
      <p:grpSp>
        <p:nvGrpSpPr>
          <p:cNvPr id="383" name="Google Shape;383;p33"/>
          <p:cNvGrpSpPr/>
          <p:nvPr/>
        </p:nvGrpSpPr>
        <p:grpSpPr>
          <a:xfrm>
            <a:off x="0" y="548383"/>
            <a:ext cx="9144045" cy="4606528"/>
            <a:chOff x="0" y="548383"/>
            <a:chExt cx="9144045" cy="4606528"/>
          </a:xfrm>
        </p:grpSpPr>
        <p:sp>
          <p:nvSpPr>
            <p:cNvPr id="384" name="Google Shape;384;p33"/>
            <p:cNvSpPr/>
            <p:nvPr/>
          </p:nvSpPr>
          <p:spPr>
            <a:xfrm flipH="1">
              <a:off x="5625022" y="548383"/>
              <a:ext cx="3518977" cy="3518852"/>
            </a:xfrm>
            <a:custGeom>
              <a:avLst/>
              <a:gdLst/>
              <a:ahLst/>
              <a:cxnLst/>
              <a:rect l="l" t="t" r="r" b="b"/>
              <a:pathLst>
                <a:path w="50037" h="50037" extrusionOk="0">
                  <a:moveTo>
                    <a:pt x="0" y="1"/>
                  </a:moveTo>
                  <a:lnTo>
                    <a:pt x="0" y="50037"/>
                  </a:lnTo>
                  <a:lnTo>
                    <a:pt x="50036" y="500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0" y="4066960"/>
              <a:ext cx="9143951" cy="1087951"/>
            </a:xfrm>
            <a:custGeom>
              <a:avLst/>
              <a:gdLst/>
              <a:ahLst/>
              <a:cxnLst/>
              <a:rect l="l" t="t" r="r" b="b"/>
              <a:pathLst>
                <a:path w="75055" h="25019" extrusionOk="0">
                  <a:moveTo>
                    <a:pt x="0" y="1"/>
                  </a:moveTo>
                  <a:lnTo>
                    <a:pt x="0" y="25019"/>
                  </a:lnTo>
                  <a:lnTo>
                    <a:pt x="75054" y="25019"/>
                  </a:lnTo>
                  <a:lnTo>
                    <a:pt x="750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i="1" u="sng">
                  <a:solidFill>
                    <a:schemeClr val="lt1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https://github.com/AddictivelyRecursive/BotXGraph</a:t>
              </a:r>
              <a:endParaRPr b="1" i="1">
                <a:solidFill>
                  <a:schemeClr val="lt1"/>
                </a:solidFill>
              </a:endParaRPr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5625060" y="4066958"/>
              <a:ext cx="3518985" cy="1087951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" y="1"/>
                  </a:moveTo>
                  <a:lnTo>
                    <a:pt x="1" y="25019"/>
                  </a:lnTo>
                  <a:lnTo>
                    <a:pt x="25019" y="25019"/>
                  </a:lnTo>
                  <a:lnTo>
                    <a:pt x="250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" name="Google Shape;387;p33"/>
          <p:cNvSpPr txBox="1"/>
          <p:nvPr/>
        </p:nvSpPr>
        <p:spPr>
          <a:xfrm>
            <a:off x="5664475" y="4085500"/>
            <a:ext cx="33567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Presented by:</a:t>
            </a:r>
            <a:br>
              <a:rPr lang="en" sz="16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 sz="16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Mehul Srivastava</a:t>
            </a:r>
            <a:br>
              <a:rPr lang="en" sz="16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 sz="1600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2022B3A70604P</a:t>
            </a:r>
            <a:endParaRPr sz="16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3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>
            <a:spLocks noGrp="1"/>
          </p:cNvSpPr>
          <p:nvPr>
            <p:ph type="title"/>
          </p:nvPr>
        </p:nvSpPr>
        <p:spPr>
          <a:xfrm>
            <a:off x="573275" y="372475"/>
            <a:ext cx="8397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From Profile Signals to Network Behavior</a:t>
            </a:r>
            <a:endParaRPr sz="3200"/>
          </a:p>
        </p:txBody>
      </p:sp>
      <p:sp>
        <p:nvSpPr>
          <p:cNvPr id="393" name="Google Shape;393;p34"/>
          <p:cNvSpPr txBox="1">
            <a:spLocks noGrp="1"/>
          </p:cNvSpPr>
          <p:nvPr>
            <p:ph type="subTitle" idx="5"/>
          </p:nvPr>
        </p:nvSpPr>
        <p:spPr>
          <a:xfrm>
            <a:off x="195750" y="1368775"/>
            <a:ext cx="8752500" cy="273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lang="en" sz="17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Moving from profile-only detection toward a </a:t>
            </a:r>
            <a:r>
              <a:rPr lang="en" sz="17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post-injection-into-network</a:t>
            </a:r>
            <a:r>
              <a:rPr lang="en" sz="17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task.</a:t>
            </a:r>
            <a:br>
              <a:rPr lang="en" sz="17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sz="17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  <a:t>Extends beyond numerical profile stats and textual embeddings.</a:t>
            </a:r>
            <a:b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sz="1700" dirty="0">
              <a:solidFill>
                <a:schemeClr val="tx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  <a:t>Adds social/graph structure as an important signal.</a:t>
            </a:r>
            <a:b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sz="1700" dirty="0">
              <a:solidFill>
                <a:schemeClr val="tx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  <a:t>Captures post content, targeted narratives, topics, and follower–followee patterns.</a:t>
            </a:r>
            <a:b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sz="1700" dirty="0">
              <a:solidFill>
                <a:schemeClr val="tx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❏"/>
            </a:pPr>
            <a:r>
              <a:rPr lang="en" sz="1700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  <a:t>Twitter offers richer public benchmarks; LinkedIn data is harder to access at scale. </a:t>
            </a:r>
            <a:endParaRPr sz="1700" dirty="0">
              <a:solidFill>
                <a:schemeClr val="tx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3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 txBox="1">
            <a:spLocks noGrp="1"/>
          </p:cNvSpPr>
          <p:nvPr>
            <p:ph type="title"/>
          </p:nvPr>
        </p:nvSpPr>
        <p:spPr>
          <a:xfrm>
            <a:off x="573275" y="372475"/>
            <a:ext cx="8397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Where the Novelty Lies</a:t>
            </a:r>
            <a:endParaRPr sz="3200"/>
          </a:p>
        </p:txBody>
      </p:sp>
      <p:sp>
        <p:nvSpPr>
          <p:cNvPr id="399" name="Google Shape;399;p35"/>
          <p:cNvSpPr txBox="1">
            <a:spLocks noGrp="1"/>
          </p:cNvSpPr>
          <p:nvPr>
            <p:ph type="subTitle" idx="5"/>
          </p:nvPr>
        </p:nvSpPr>
        <p:spPr>
          <a:xfrm>
            <a:off x="195750" y="1337025"/>
            <a:ext cx="2774700" cy="31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Schema-Adaptable Knowledge Graph</a:t>
            </a:r>
            <a:endParaRPr sz="1700" u="sng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lang="en" sz="17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One heterogeneous schema that can absorb users, posts, hashtags, URLs, topics, and relations.</a:t>
            </a:r>
            <a:endParaRPr sz="17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Figtree"/>
              <a:buChar char="❏"/>
            </a:pPr>
            <a:r>
              <a:rPr lang="en" sz="17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portable across TwiBot-22, MGTAB, and Sybil graphs</a:t>
            </a:r>
            <a:endParaRPr sz="17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00" name="Google Shape;400;p35"/>
          <p:cNvSpPr txBox="1">
            <a:spLocks noGrp="1"/>
          </p:cNvSpPr>
          <p:nvPr>
            <p:ph type="subTitle" idx="5"/>
          </p:nvPr>
        </p:nvSpPr>
        <p:spPr>
          <a:xfrm>
            <a:off x="3213600" y="1257650"/>
            <a:ext cx="2774700" cy="299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Multi Modal Fusion</a:t>
            </a:r>
            <a:br>
              <a:rPr lang="en" sz="1700" u="sng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sz="1700" u="sng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lang="en" sz="17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Joint embeddings of Social Network and Account Content</a:t>
            </a:r>
            <a:endParaRPr sz="17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❏"/>
            </a:pPr>
            <a:r>
              <a:rPr lang="en" sz="17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Bot behavior is modeled by what accounts say and how they interact. </a:t>
            </a:r>
            <a:endParaRPr sz="17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01" name="Google Shape;401;p35"/>
          <p:cNvSpPr txBox="1">
            <a:spLocks noGrp="1"/>
          </p:cNvSpPr>
          <p:nvPr>
            <p:ph type="subTitle" idx="5"/>
          </p:nvPr>
        </p:nvSpPr>
        <p:spPr>
          <a:xfrm>
            <a:off x="6231425" y="1054450"/>
            <a:ext cx="2774700" cy="31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Explainable graph Learning</a:t>
            </a:r>
            <a:endParaRPr sz="1700" u="sng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lang="en" sz="17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explaining the graph evidence behind each decision.</a:t>
            </a:r>
            <a:endParaRPr sz="17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Figtree"/>
              <a:buChar char="❏"/>
            </a:pPr>
            <a:r>
              <a:rPr lang="en" sz="17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suspicious neighbors, relation types, URLs, hashtags, or subgraph patterns</a:t>
            </a:r>
            <a:endParaRPr sz="17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3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>
            <a:spLocks noGrp="1"/>
          </p:cNvSpPr>
          <p:nvPr>
            <p:ph type="title"/>
          </p:nvPr>
        </p:nvSpPr>
        <p:spPr>
          <a:xfrm>
            <a:off x="573275" y="280888"/>
            <a:ext cx="8397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Datasets Used for Schema Validation</a:t>
            </a:r>
            <a:endParaRPr sz="3200"/>
          </a:p>
        </p:txBody>
      </p:sp>
      <p:sp>
        <p:nvSpPr>
          <p:cNvPr id="407" name="Google Shape;407;p36"/>
          <p:cNvSpPr txBox="1">
            <a:spLocks noGrp="1"/>
          </p:cNvSpPr>
          <p:nvPr>
            <p:ph type="subTitle" idx="5"/>
          </p:nvPr>
        </p:nvSpPr>
        <p:spPr>
          <a:xfrm>
            <a:off x="195750" y="1054450"/>
            <a:ext cx="2774700" cy="347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1. TwiBot-22, Main Build Dataset</a:t>
            </a:r>
            <a:endParaRPr sz="1600" b="1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Large heterogeneous Twitter benchmark: </a:t>
            </a: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1M users</a:t>
            </a: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, bot/human labels, tweets, lists, hashtags, and relations.</a:t>
            </a:r>
            <a:endParaRPr sz="16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Unique value: richest fit for building the full user–tweet–hashtag–URL graph.</a:t>
            </a:r>
            <a:endParaRPr sz="16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08" name="Google Shape;408;p36"/>
          <p:cNvSpPr txBox="1">
            <a:spLocks noGrp="1"/>
          </p:cNvSpPr>
          <p:nvPr>
            <p:ph type="subTitle" idx="5"/>
          </p:nvPr>
        </p:nvSpPr>
        <p:spPr>
          <a:xfrm>
            <a:off x="3213575" y="1054450"/>
            <a:ext cx="2774700" cy="31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2. MGTAB, Generalization Benchmark</a:t>
            </a:r>
            <a:endParaRPr sz="1600" b="1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Multi-relational account detection dataset with </a:t>
            </a: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10K expert-annotated users</a:t>
            </a: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and </a:t>
            </a: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7 relation types</a:t>
            </a: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6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gtree"/>
              <a:buChar char="❏"/>
            </a:pPr>
            <a:r>
              <a:rPr lang="en" sz="155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Useful signals such as stance / sentiment</a:t>
            </a:r>
            <a:endParaRPr sz="1600" u="sng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09" name="Google Shape;409;p36"/>
          <p:cNvSpPr txBox="1">
            <a:spLocks noGrp="1"/>
          </p:cNvSpPr>
          <p:nvPr>
            <p:ph type="subTitle" idx="5"/>
          </p:nvPr>
        </p:nvSpPr>
        <p:spPr>
          <a:xfrm>
            <a:off x="6120025" y="1194700"/>
            <a:ext cx="2886000" cy="333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3. Twitter Sybil Graph: Structure only</a:t>
            </a:r>
            <a:endParaRPr sz="1600" b="1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Follower-followee graph with </a:t>
            </a:r>
            <a:r>
              <a:rPr lang="en" sz="1600" b="1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250K nodes and 6.8M edges, </a:t>
            </a: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labeled benign/Sybil.</a:t>
            </a:r>
            <a:endParaRPr sz="16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Useful for explainability, isolates whether graph structure alone can detect suspicious accounts. </a:t>
            </a:r>
            <a:endParaRPr sz="160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 txBox="1">
            <a:spLocks noGrp="1"/>
          </p:cNvSpPr>
          <p:nvPr>
            <p:ph type="title"/>
          </p:nvPr>
        </p:nvSpPr>
        <p:spPr>
          <a:xfrm>
            <a:off x="742950" y="1820350"/>
            <a:ext cx="5148900" cy="78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Methodology</a:t>
            </a:r>
            <a:endParaRPr/>
          </a:p>
        </p:txBody>
      </p:sp>
      <p:grpSp>
        <p:nvGrpSpPr>
          <p:cNvPr id="415" name="Google Shape;415;p37"/>
          <p:cNvGrpSpPr/>
          <p:nvPr/>
        </p:nvGrpSpPr>
        <p:grpSpPr>
          <a:xfrm>
            <a:off x="4572144" y="1212288"/>
            <a:ext cx="4571856" cy="3931218"/>
            <a:chOff x="4572144" y="1212288"/>
            <a:chExt cx="4571856" cy="3931218"/>
          </a:xfrm>
        </p:grpSpPr>
        <p:sp>
          <p:nvSpPr>
            <p:cNvPr id="416" name="Google Shape;416;p37"/>
            <p:cNvSpPr/>
            <p:nvPr/>
          </p:nvSpPr>
          <p:spPr>
            <a:xfrm flipH="1">
              <a:off x="7015031" y="1950028"/>
              <a:ext cx="2128969" cy="2128969"/>
            </a:xfrm>
            <a:custGeom>
              <a:avLst/>
              <a:gdLst/>
              <a:ahLst/>
              <a:cxnLst/>
              <a:rect l="l" t="t" r="r" b="b"/>
              <a:pathLst>
                <a:path w="50037" h="50037" extrusionOk="0">
                  <a:moveTo>
                    <a:pt x="0" y="1"/>
                  </a:moveTo>
                  <a:lnTo>
                    <a:pt x="0" y="50037"/>
                  </a:lnTo>
                  <a:lnTo>
                    <a:pt x="50036" y="5003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7"/>
            <p:cNvSpPr/>
            <p:nvPr/>
          </p:nvSpPr>
          <p:spPr>
            <a:xfrm flipH="1">
              <a:off x="4572144" y="4079000"/>
              <a:ext cx="4571856" cy="1064506"/>
            </a:xfrm>
            <a:custGeom>
              <a:avLst/>
              <a:gdLst/>
              <a:ahLst/>
              <a:cxnLst/>
              <a:rect l="l" t="t" r="r" b="b"/>
              <a:pathLst>
                <a:path w="75055" h="25019" extrusionOk="0">
                  <a:moveTo>
                    <a:pt x="0" y="1"/>
                  </a:moveTo>
                  <a:lnTo>
                    <a:pt x="0" y="25019"/>
                  </a:lnTo>
                  <a:lnTo>
                    <a:pt x="75054" y="25019"/>
                  </a:lnTo>
                  <a:lnTo>
                    <a:pt x="750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7"/>
            <p:cNvSpPr/>
            <p:nvPr/>
          </p:nvSpPr>
          <p:spPr>
            <a:xfrm flipH="1">
              <a:off x="6733547" y="1212288"/>
              <a:ext cx="1064506" cy="1064506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2509" y="1"/>
                  </a:moveTo>
                  <a:cubicBezTo>
                    <a:pt x="5604" y="1"/>
                    <a:pt x="0" y="5605"/>
                    <a:pt x="0" y="12510"/>
                  </a:cubicBezTo>
                  <a:cubicBezTo>
                    <a:pt x="0" y="19415"/>
                    <a:pt x="5604" y="25019"/>
                    <a:pt x="12509" y="25019"/>
                  </a:cubicBezTo>
                  <a:cubicBezTo>
                    <a:pt x="19414" y="25019"/>
                    <a:pt x="25018" y="19415"/>
                    <a:pt x="25018" y="12510"/>
                  </a:cubicBezTo>
                  <a:cubicBezTo>
                    <a:pt x="25018" y="5605"/>
                    <a:pt x="19414" y="1"/>
                    <a:pt x="125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9" name="Google Shape;419;p37"/>
          <p:cNvSpPr/>
          <p:nvPr/>
        </p:nvSpPr>
        <p:spPr>
          <a:xfrm flipH="1">
            <a:off x="10" y="4266805"/>
            <a:ext cx="1831545" cy="915791"/>
          </a:xfrm>
          <a:custGeom>
            <a:avLst/>
            <a:gdLst/>
            <a:ahLst/>
            <a:cxnLst/>
            <a:rect l="l" t="t" r="r" b="b"/>
            <a:pathLst>
              <a:path w="50037" h="25019" extrusionOk="0">
                <a:moveTo>
                  <a:pt x="25018" y="0"/>
                </a:moveTo>
                <a:cubicBezTo>
                  <a:pt x="11208" y="0"/>
                  <a:pt x="0" y="11208"/>
                  <a:pt x="0" y="25018"/>
                </a:cubicBezTo>
                <a:lnTo>
                  <a:pt x="50036" y="25018"/>
                </a:lnTo>
                <a:cubicBezTo>
                  <a:pt x="50036" y="11208"/>
                  <a:pt x="38861" y="0"/>
                  <a:pt x="2501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>
            <a:spLocks noGrp="1"/>
          </p:cNvSpPr>
          <p:nvPr>
            <p:ph type="body" idx="1"/>
          </p:nvPr>
        </p:nvSpPr>
        <p:spPr>
          <a:xfrm>
            <a:off x="116175" y="1989626"/>
            <a:ext cx="4091400" cy="236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Nodes =</a:t>
            </a:r>
            <a: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{User, Tweet/Post, Hashtag, URL, Topic}</a:t>
            </a:r>
            <a:b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Edges =</a:t>
            </a:r>
            <a: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{follows, posts, contains, links_to, belongs_to, mentions}</a:t>
            </a:r>
            <a:b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Node =</a:t>
            </a:r>
            <a: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</a:t>
            </a:r>
            <a:b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Prediction =</a:t>
            </a:r>
            <a: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 / Human</a:t>
            </a:r>
            <a:b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idea =</a:t>
            </a:r>
            <a:r>
              <a:rPr lang="en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combine profile + content + network behavior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25" name="Google Shape;425;p38"/>
          <p:cNvSpPr txBox="1">
            <a:spLocks noGrp="1"/>
          </p:cNvSpPr>
          <p:nvPr>
            <p:ph type="title"/>
          </p:nvPr>
        </p:nvSpPr>
        <p:spPr>
          <a:xfrm>
            <a:off x="302099" y="670330"/>
            <a:ext cx="40914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Heterogeneous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KG Schema Design</a:t>
            </a:r>
            <a:endParaRPr/>
          </a:p>
        </p:txBody>
      </p:sp>
      <p:pic>
        <p:nvPicPr>
          <p:cNvPr id="426" name="Google Shape;4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500" y="50132"/>
            <a:ext cx="4698250" cy="45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3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 txBox="1">
            <a:spLocks noGrp="1"/>
          </p:cNvSpPr>
          <p:nvPr>
            <p:ph type="title"/>
          </p:nvPr>
        </p:nvSpPr>
        <p:spPr>
          <a:xfrm>
            <a:off x="573275" y="372475"/>
            <a:ext cx="8397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Training Setup</a:t>
            </a:r>
            <a:endParaRPr sz="3200"/>
          </a:p>
        </p:txBody>
      </p:sp>
      <p:sp>
        <p:nvSpPr>
          <p:cNvPr id="432" name="Google Shape;432;p39"/>
          <p:cNvSpPr txBox="1">
            <a:spLocks noGrp="1"/>
          </p:cNvSpPr>
          <p:nvPr>
            <p:ph type="subTitle" idx="5"/>
          </p:nvPr>
        </p:nvSpPr>
        <p:spPr>
          <a:xfrm>
            <a:off x="195750" y="1368775"/>
            <a:ext cx="8752500" cy="273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Heterogeneous GNN for User Node Classification</a:t>
            </a:r>
            <a:b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sz="1600" b="1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Task =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classify </a:t>
            </a:r>
            <a:r>
              <a:rPr lang="en" sz="1600" dirty="0">
                <a:solidFill>
                  <a:srgbClr val="188038"/>
                </a:solidFill>
                <a:latin typeface="Figtree"/>
                <a:ea typeface="Figtree"/>
                <a:cs typeface="Figtree"/>
                <a:sym typeface="Figtree"/>
              </a:rPr>
              <a:t>User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nodes as </a:t>
            </a: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Bot / Human</a:t>
            </a:r>
            <a:endParaRPr sz="1600" b="1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Graph subset =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40K users, 120K tweets, 25K hashtags, 2K URLs</a:t>
            </a:r>
            <a:b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</a:b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(5% of 1M users-big Twibot-22 dataset)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Edges =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posts, contains, links, follower-following, belong to,mentions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Split =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70% train, 15% validation, 15% test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Model =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2-layer relation-aware Hetero-GNN, hidden dim = 64, dropout = 0.5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❏"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Loss =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weighted cross-entropy; optimizer = AdamW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3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0"/>
          <p:cNvSpPr txBox="1">
            <a:spLocks noGrp="1"/>
          </p:cNvSpPr>
          <p:nvPr>
            <p:ph type="title"/>
          </p:nvPr>
        </p:nvSpPr>
        <p:spPr>
          <a:xfrm>
            <a:off x="573275" y="372475"/>
            <a:ext cx="8397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Preliminary Results</a:t>
            </a:r>
            <a:endParaRPr sz="3200"/>
          </a:p>
        </p:txBody>
      </p:sp>
      <p:sp>
        <p:nvSpPr>
          <p:cNvPr id="438" name="Google Shape;438;p40"/>
          <p:cNvSpPr txBox="1">
            <a:spLocks noGrp="1"/>
          </p:cNvSpPr>
          <p:nvPr>
            <p:ph type="subTitle" idx="5"/>
          </p:nvPr>
        </p:nvSpPr>
        <p:spPr>
          <a:xfrm>
            <a:off x="87825" y="1139400"/>
            <a:ext cx="9009300" cy="332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Preliminary Hetero-GNN Run</a:t>
            </a:r>
            <a:endParaRPr sz="1600" b="1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gtree"/>
              <a:buChar char="❏"/>
            </a:pP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Accuracy = 88.03%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gtree"/>
              <a:buChar char="❏"/>
            </a:pP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Macro-F1 = 86.05%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gtree"/>
              <a:buChar char="❏"/>
            </a:pP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Bot precision = 86.43%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gtree"/>
              <a:buChar char="❏"/>
            </a:pP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Bot Recall = 75.86%</a:t>
            </a:r>
            <a:endParaRPr sz="1600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Interpretation</a:t>
            </a:r>
            <a:endParaRPr sz="1600" b="1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lvl="0" indent="-330200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1600"/>
              <a:buFont typeface="Figtree"/>
              <a:buChar char="●"/>
            </a:pP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Hetero-GNN pipeline is functional, but not yet optimized. </a:t>
            </a:r>
            <a:r>
              <a:rPr lang="en" sz="1600" b="1" dirty="0">
                <a:solidFill>
                  <a:schemeClr val="tx1"/>
                </a:solidFill>
                <a:latin typeface="Figtree"/>
                <a:ea typeface="Figtree"/>
                <a:cs typeface="Figtree"/>
                <a:sym typeface="Figtree"/>
              </a:rPr>
              <a:t>(</a:t>
            </a:r>
            <a:r>
              <a:rPr lang="en-US" sz="1600" b="1" dirty="0">
                <a:solidFill>
                  <a:schemeClr val="tx1"/>
                </a:solidFill>
              </a:rPr>
              <a:t>BERT for tweets, profile-feature normalization for users, and domain-level URL features)</a:t>
            </a:r>
            <a:endParaRPr sz="1600" b="1" dirty="0">
              <a:solidFill>
                <a:schemeClr val="tx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Figtree"/>
              <a:buChar char="●"/>
            </a:pP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Current bottleneck is majorly </a:t>
            </a:r>
            <a:r>
              <a:rPr lang="en" sz="1600" b="1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sparse heterogeneous edges</a:t>
            </a:r>
            <a:r>
              <a:rPr lang="en" sz="1600" dirty="0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, bigger subset or entire data.</a:t>
            </a:r>
            <a:endParaRPr sz="1600" b="1" dirty="0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39" name="Google Shape;4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813" y="1348050"/>
            <a:ext cx="311467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F3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 txBox="1">
            <a:spLocks noGrp="1"/>
          </p:cNvSpPr>
          <p:nvPr>
            <p:ph type="title"/>
          </p:nvPr>
        </p:nvSpPr>
        <p:spPr>
          <a:xfrm>
            <a:off x="573275" y="372475"/>
            <a:ext cx="83979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Next Step: Explainability</a:t>
            </a:r>
            <a:endParaRPr sz="3200"/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5"/>
          </p:nvPr>
        </p:nvSpPr>
        <p:spPr>
          <a:xfrm>
            <a:off x="87825" y="1139400"/>
            <a:ext cx="9009300" cy="332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Moving from Prediction to Reasoning</a:t>
            </a:r>
            <a:endParaRPr sz="1100" i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Everybody Needs a Little HELP (</a:t>
            </a:r>
            <a:r>
              <a:rPr lang="en" sz="1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https://arxiv.org/abs/2311.15112</a:t>
            </a:r>
            <a:r>
              <a:rPr lang="en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ICLR ‘24)</a:t>
            </a: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Explains graph predictions using </a:t>
            </a: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hierarchical graph concepts.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discovering bot-like patterns such as URL-sharing or hashtag coordination.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Explainable GNNs via Structural Externalities (</a:t>
            </a:r>
            <a:r>
              <a:rPr lang="en" sz="1300" u="sng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https://arxiv.org/abs/2507.17848</a:t>
            </a:r>
            <a:r>
              <a:rPr lang="en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IJCAI ‘25)</a:t>
            </a: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Explains predictions through </a:t>
            </a: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subgraph / structural contribution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identifying which neighbors, relations, or local structures increase bot probability.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Planned Direction</a:t>
            </a:r>
            <a:endParaRPr sz="13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explanations after stable GNN training.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not just </a:t>
            </a: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/ Human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user looks bot-like in the graph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00" b="1"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2"/>
          <p:cNvSpPr txBox="1">
            <a:spLocks noGrp="1"/>
          </p:cNvSpPr>
          <p:nvPr>
            <p:ph type="title"/>
          </p:nvPr>
        </p:nvSpPr>
        <p:spPr>
          <a:xfrm>
            <a:off x="2108650" y="2035175"/>
            <a:ext cx="5596800" cy="11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you!</a:t>
            </a:r>
            <a:endParaRPr/>
          </a:p>
        </p:txBody>
      </p:sp>
      <p:grpSp>
        <p:nvGrpSpPr>
          <p:cNvPr id="451" name="Google Shape;451;p42"/>
          <p:cNvGrpSpPr/>
          <p:nvPr/>
        </p:nvGrpSpPr>
        <p:grpSpPr>
          <a:xfrm>
            <a:off x="4738532" y="-16306"/>
            <a:ext cx="4405473" cy="1101411"/>
            <a:chOff x="6977498" y="-12"/>
            <a:chExt cx="2175865" cy="543987"/>
          </a:xfrm>
        </p:grpSpPr>
        <p:sp>
          <p:nvSpPr>
            <p:cNvPr id="452" name="Google Shape;452;p42"/>
            <p:cNvSpPr/>
            <p:nvPr/>
          </p:nvSpPr>
          <p:spPr>
            <a:xfrm flipH="1">
              <a:off x="7521479" y="0"/>
              <a:ext cx="1631883" cy="543976"/>
            </a:xfrm>
            <a:custGeom>
              <a:avLst/>
              <a:gdLst/>
              <a:ahLst/>
              <a:cxnLst/>
              <a:rect l="l" t="t" r="r" b="b"/>
              <a:pathLst>
                <a:path w="75055" h="25019" extrusionOk="0">
                  <a:moveTo>
                    <a:pt x="0" y="0"/>
                  </a:moveTo>
                  <a:lnTo>
                    <a:pt x="0" y="25018"/>
                  </a:lnTo>
                  <a:lnTo>
                    <a:pt x="75054" y="25018"/>
                  </a:lnTo>
                  <a:lnTo>
                    <a:pt x="750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2"/>
            <p:cNvSpPr/>
            <p:nvPr/>
          </p:nvSpPr>
          <p:spPr>
            <a:xfrm flipH="1">
              <a:off x="6977498" y="-12"/>
              <a:ext cx="543976" cy="543976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25018" y="0"/>
                  </a:moveTo>
                  <a:lnTo>
                    <a:pt x="0" y="25018"/>
                  </a:lnTo>
                  <a:lnTo>
                    <a:pt x="25018" y="25018"/>
                  </a:lnTo>
                  <a:lnTo>
                    <a:pt x="250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oogle Shape;454;p42"/>
          <p:cNvGrpSpPr/>
          <p:nvPr/>
        </p:nvGrpSpPr>
        <p:grpSpPr>
          <a:xfrm rot="-5400000">
            <a:off x="-817213" y="2707999"/>
            <a:ext cx="3269012" cy="1634587"/>
            <a:chOff x="533501" y="-7"/>
            <a:chExt cx="1631895" cy="815988"/>
          </a:xfrm>
        </p:grpSpPr>
        <p:sp>
          <p:nvSpPr>
            <p:cNvPr id="455" name="Google Shape;455;p42"/>
            <p:cNvSpPr/>
            <p:nvPr/>
          </p:nvSpPr>
          <p:spPr>
            <a:xfrm rot="5400000">
              <a:off x="805481" y="-271977"/>
              <a:ext cx="543976" cy="1087929"/>
            </a:xfrm>
            <a:custGeom>
              <a:avLst/>
              <a:gdLst/>
              <a:ahLst/>
              <a:cxnLst/>
              <a:rect l="l" t="t" r="r" b="b"/>
              <a:pathLst>
                <a:path w="25019" h="50037" extrusionOk="0">
                  <a:moveTo>
                    <a:pt x="1" y="0"/>
                  </a:moveTo>
                  <a:lnTo>
                    <a:pt x="1" y="50036"/>
                  </a:lnTo>
                  <a:lnTo>
                    <a:pt x="25019" y="50036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2"/>
            <p:cNvSpPr/>
            <p:nvPr/>
          </p:nvSpPr>
          <p:spPr>
            <a:xfrm rot="5400000">
              <a:off x="1621421" y="-7"/>
              <a:ext cx="543976" cy="543976"/>
            </a:xfrm>
            <a:custGeom>
              <a:avLst/>
              <a:gdLst/>
              <a:ahLst/>
              <a:cxnLst/>
              <a:rect l="l" t="t" r="r" b="b"/>
              <a:pathLst>
                <a:path w="25019" h="25019" extrusionOk="0">
                  <a:moveTo>
                    <a:pt x="12510" y="0"/>
                  </a:moveTo>
                  <a:cubicBezTo>
                    <a:pt x="5605" y="0"/>
                    <a:pt x="1" y="5604"/>
                    <a:pt x="1" y="12509"/>
                  </a:cubicBezTo>
                  <a:cubicBezTo>
                    <a:pt x="1" y="19414"/>
                    <a:pt x="5605" y="25018"/>
                    <a:pt x="12510" y="25018"/>
                  </a:cubicBezTo>
                  <a:cubicBezTo>
                    <a:pt x="19415" y="25018"/>
                    <a:pt x="25019" y="19414"/>
                    <a:pt x="25019" y="12509"/>
                  </a:cubicBezTo>
                  <a:cubicBezTo>
                    <a:pt x="25019" y="5604"/>
                    <a:pt x="19415" y="0"/>
                    <a:pt x="125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2"/>
            <p:cNvSpPr/>
            <p:nvPr/>
          </p:nvSpPr>
          <p:spPr>
            <a:xfrm rot="5400000" flipH="1">
              <a:off x="669490" y="407994"/>
              <a:ext cx="271999" cy="543976"/>
            </a:xfrm>
            <a:custGeom>
              <a:avLst/>
              <a:gdLst/>
              <a:ahLst/>
              <a:cxnLst/>
              <a:rect l="l" t="t" r="r" b="b"/>
              <a:pathLst>
                <a:path w="12510" h="25019" extrusionOk="0">
                  <a:moveTo>
                    <a:pt x="12509" y="0"/>
                  </a:moveTo>
                  <a:cubicBezTo>
                    <a:pt x="5604" y="0"/>
                    <a:pt x="0" y="5604"/>
                    <a:pt x="0" y="12509"/>
                  </a:cubicBezTo>
                  <a:cubicBezTo>
                    <a:pt x="0" y="19414"/>
                    <a:pt x="5604" y="25018"/>
                    <a:pt x="12509" y="25018"/>
                  </a:cubicBezTo>
                  <a:lnTo>
                    <a:pt x="125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2"/>
            <p:cNvSpPr/>
            <p:nvPr/>
          </p:nvSpPr>
          <p:spPr>
            <a:xfrm rot="5400000" flipH="1">
              <a:off x="1213443" y="407994"/>
              <a:ext cx="271999" cy="543976"/>
            </a:xfrm>
            <a:custGeom>
              <a:avLst/>
              <a:gdLst/>
              <a:ahLst/>
              <a:cxnLst/>
              <a:rect l="l" t="t" r="r" b="b"/>
              <a:pathLst>
                <a:path w="12510" h="25019" extrusionOk="0">
                  <a:moveTo>
                    <a:pt x="12509" y="0"/>
                  </a:moveTo>
                  <a:cubicBezTo>
                    <a:pt x="5604" y="0"/>
                    <a:pt x="0" y="5604"/>
                    <a:pt x="0" y="12509"/>
                  </a:cubicBezTo>
                  <a:cubicBezTo>
                    <a:pt x="0" y="19414"/>
                    <a:pt x="5604" y="25018"/>
                    <a:pt x="12509" y="25018"/>
                  </a:cubicBezTo>
                  <a:lnTo>
                    <a:pt x="125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hilology Major for College: Semiotics by Slidesgo">
  <a:themeElements>
    <a:clrScheme name="Simple Light">
      <a:dk1>
        <a:srgbClr val="13293D"/>
      </a:dk1>
      <a:lt1>
        <a:srgbClr val="EEEFF3"/>
      </a:lt1>
      <a:dk2>
        <a:srgbClr val="0D7E82"/>
      </a:dk2>
      <a:lt2>
        <a:srgbClr val="CACACA"/>
      </a:lt2>
      <a:accent1>
        <a:srgbClr val="FFAE86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329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634</Words>
  <Application>Microsoft Office PowerPoint</Application>
  <PresentationFormat>On-screen Show (16:9)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Geologica</vt:lpstr>
      <vt:lpstr>Arial</vt:lpstr>
      <vt:lpstr>Figtree</vt:lpstr>
      <vt:lpstr>Philology Major for College: Semiotics by Slidesgo</vt:lpstr>
      <vt:lpstr>BotXGraph:  Explainable Twitter Bot-Detection using Heterogeneous Social Knowledge Graphs </vt:lpstr>
      <vt:lpstr>From Profile Signals to Network Behavior</vt:lpstr>
      <vt:lpstr>Where the Novelty Lies</vt:lpstr>
      <vt:lpstr>Datasets Used for Schema Validation</vt:lpstr>
      <vt:lpstr>Methodology</vt:lpstr>
      <vt:lpstr>Heterogeneous KG Schema Design</vt:lpstr>
      <vt:lpstr>Training Setup</vt:lpstr>
      <vt:lpstr>Preliminary Results</vt:lpstr>
      <vt:lpstr>Next Step: Explainability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Mehul Srivastava</cp:lastModifiedBy>
  <cp:revision>8</cp:revision>
  <dcterms:modified xsi:type="dcterms:W3CDTF">2026-04-26T03:02:13Z</dcterms:modified>
</cp:coreProperties>
</file>